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9"/>
  </p:notesMasterIdLst>
  <p:sldIdLst>
    <p:sldId id="256" r:id="rId2"/>
    <p:sldId id="261" r:id="rId3"/>
    <p:sldId id="257" r:id="rId4"/>
    <p:sldId id="307" r:id="rId5"/>
    <p:sldId id="258" r:id="rId6"/>
    <p:sldId id="273" r:id="rId7"/>
    <p:sldId id="295" r:id="rId8"/>
    <p:sldId id="297" r:id="rId9"/>
    <p:sldId id="298" r:id="rId10"/>
    <p:sldId id="299" r:id="rId11"/>
    <p:sldId id="300" r:id="rId12"/>
    <p:sldId id="301" r:id="rId13"/>
    <p:sldId id="262" r:id="rId14"/>
    <p:sldId id="267" r:id="rId15"/>
    <p:sldId id="268" r:id="rId16"/>
    <p:sldId id="296" r:id="rId17"/>
    <p:sldId id="263" r:id="rId18"/>
    <p:sldId id="274" r:id="rId19"/>
    <p:sldId id="277" r:id="rId20"/>
    <p:sldId id="278" r:id="rId21"/>
    <p:sldId id="279" r:id="rId22"/>
    <p:sldId id="280" r:id="rId23"/>
    <p:sldId id="281" r:id="rId24"/>
    <p:sldId id="270" r:id="rId25"/>
    <p:sldId id="284" r:id="rId26"/>
    <p:sldId id="264" r:id="rId27"/>
    <p:sldId id="275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3" r:id="rId36"/>
    <p:sldId id="292" r:id="rId37"/>
    <p:sldId id="265" r:id="rId38"/>
    <p:sldId id="276" r:id="rId39"/>
    <p:sldId id="294" r:id="rId40"/>
    <p:sldId id="302" r:id="rId41"/>
    <p:sldId id="304" r:id="rId42"/>
    <p:sldId id="306" r:id="rId43"/>
    <p:sldId id="308" r:id="rId44"/>
    <p:sldId id="309" r:id="rId45"/>
    <p:sldId id="310" r:id="rId46"/>
    <p:sldId id="311" r:id="rId47"/>
    <p:sldId id="266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63" autoAdjust="0"/>
    <p:restoredTop sz="94660"/>
  </p:normalViewPr>
  <p:slideViewPr>
    <p:cSldViewPr snapToGrid="0">
      <p:cViewPr varScale="1">
        <p:scale>
          <a:sx n="75" d="100"/>
          <a:sy n="75" d="100"/>
        </p:scale>
        <p:origin x="1094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0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rinithya1503/UM-Projects/blob/main/IBM-HR-Analytics/Attrition_Dashboard.pbix" TargetMode="External"/><Relationship Id="rId1" Type="http://schemas.openxmlformats.org/officeDocument/2006/relationships/hyperlink" Target="https://github.com/Srinithya1503/UM-Projects/blob/main/IBM-HR-Analytics/01_Attrition_Analysis.ipynb" TargetMode="Externa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inithya1503/UM-Projects/blob/main/Supply-Chain-Management/notebooks/02_modeling.ipynb" TargetMode="External"/><Relationship Id="rId2" Type="http://schemas.openxmlformats.org/officeDocument/2006/relationships/hyperlink" Target="https://github.com/Srinithya1503/UM-Projects/blob/main/Supply-Chain-Management/src/02_feature_engineering.py" TargetMode="External"/><Relationship Id="rId1" Type="http://schemas.openxmlformats.org/officeDocument/2006/relationships/hyperlink" Target="https://github.com/Srinithya1503/UM-Projects/blob/main/Supply-Chain-Management/notebooks/01_eda.ipynb" TargetMode="External"/><Relationship Id="rId4" Type="http://schemas.openxmlformats.org/officeDocument/2006/relationships/hyperlink" Target="https://github.com/Srinithya1503/UM-Projects/blob/main/Supply-Chain-Management/app.py" TargetMode="External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rinithya1503/UM-Projects/blob/main/Sales-Analytics/02_model_tuning.ipynb" TargetMode="External"/><Relationship Id="rId1" Type="http://schemas.openxmlformats.org/officeDocument/2006/relationships/hyperlink" Target="https://github.com/Srinithya1503/UM-Projects/blob/main/Sales-Analytics/01_EDA.ipynb" TargetMode="Externa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inithya1503/UM-Projects/blob/main/Medical-Treatment-Prediction/notebooks/03_modeling.ipynb" TargetMode="External"/><Relationship Id="rId2" Type="http://schemas.openxmlformats.org/officeDocument/2006/relationships/hyperlink" Target="https://github.com/Srinithya1503/UM-Projects/blob/main/Medical-Treatment-Prediction/notebooks/02_preprocessing.ipynb" TargetMode="External"/><Relationship Id="rId1" Type="http://schemas.openxmlformats.org/officeDocument/2006/relationships/hyperlink" Target="https://github.com/Srinithya1503/UM-Projects/blob/main/Medical-Treatment-Prediction/notebooks/01_EDA.ipynb" TargetMode="External"/><Relationship Id="rId4" Type="http://schemas.openxmlformats.org/officeDocument/2006/relationships/hyperlink" Target="https://github.com/Srinithya1503/UM-Projects/blob/main/Medical-Treatment-Prediction/notebooks/04_prediction_analysis.ipynb" TargetMode="External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rinithya1503/UM-Projects/blob/main/IBM-HR-Analytics/Attrition_Dashboard.pbix" TargetMode="External"/><Relationship Id="rId1" Type="http://schemas.openxmlformats.org/officeDocument/2006/relationships/hyperlink" Target="https://github.com/Srinithya1503/UM-Projects/blob/main/IBM-HR-Analytics/01_Attrition_Analysis.ipynb" TargetMode="External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inithya1503/UM-Projects/blob/main/Supply-Chain-Management/notebooks/02_modeling.ipynb" TargetMode="External"/><Relationship Id="rId2" Type="http://schemas.openxmlformats.org/officeDocument/2006/relationships/hyperlink" Target="https://github.com/Srinithya1503/UM-Projects/blob/main/Supply-Chain-Management/src/02_feature_engineering.py" TargetMode="External"/><Relationship Id="rId1" Type="http://schemas.openxmlformats.org/officeDocument/2006/relationships/hyperlink" Target="https://github.com/Srinithya1503/UM-Projects/blob/main/Supply-Chain-Management/notebooks/01_eda.ipynb" TargetMode="External"/><Relationship Id="rId4" Type="http://schemas.openxmlformats.org/officeDocument/2006/relationships/hyperlink" Target="https://github.com/Srinithya1503/UM-Projects/blob/main/Supply-Chain-Management/app.py" TargetMode="External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rinithya1503/UM-Projects/blob/main/Sales-Analytics/02_model_tuning.ipynb" TargetMode="External"/><Relationship Id="rId1" Type="http://schemas.openxmlformats.org/officeDocument/2006/relationships/hyperlink" Target="https://github.com/Srinithya1503/UM-Projects/blob/main/Sales-Analytics/01_EDA.ipynb" TargetMode="External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inithya1503/UM-Projects/blob/main/Medical-Treatment-Prediction/notebooks/03_modeling.ipynb" TargetMode="External"/><Relationship Id="rId2" Type="http://schemas.openxmlformats.org/officeDocument/2006/relationships/hyperlink" Target="https://github.com/Srinithya1503/UM-Projects/blob/main/Medical-Treatment-Prediction/notebooks/02_preprocessing.ipynb" TargetMode="External"/><Relationship Id="rId1" Type="http://schemas.openxmlformats.org/officeDocument/2006/relationships/hyperlink" Target="https://github.com/Srinithya1503/UM-Projects/blob/main/Medical-Treatment-Prediction/notebooks/01_EDA.ipynb" TargetMode="External"/><Relationship Id="rId4" Type="http://schemas.openxmlformats.org/officeDocument/2006/relationships/hyperlink" Target="https://github.com/Srinithya1503/UM-Projects/blob/main/Medical-Treatment-Prediction/notebooks/04_prediction_analysis.ipynb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73FF8B-8475-42B3-94D1-2515F7B6511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24F4C1B-A30C-4F64-8950-D7DF0DB05DFD}">
      <dgm:prSet phldrT="[Text]" phldr="0"/>
      <dgm:spPr/>
      <dgm:t>
        <a:bodyPr/>
        <a:lstStyle/>
        <a:p>
          <a:r>
            <a:rPr lang="en-US" dirty="0"/>
            <a:t>01</a:t>
          </a:r>
          <a:endParaRPr lang="en-IN" dirty="0"/>
        </a:p>
      </dgm:t>
    </dgm:pt>
    <dgm:pt modelId="{E186EC39-7412-459F-8D97-C9579E37FF11}" type="parTrans" cxnId="{2E29C6E2-66EC-4236-A8A5-408A14052CFB}">
      <dgm:prSet/>
      <dgm:spPr/>
      <dgm:t>
        <a:bodyPr/>
        <a:lstStyle/>
        <a:p>
          <a:endParaRPr lang="en-IN"/>
        </a:p>
      </dgm:t>
    </dgm:pt>
    <dgm:pt modelId="{81ED299E-CD18-4154-8DAE-C9029F804808}" type="sibTrans" cxnId="{2E29C6E2-66EC-4236-A8A5-408A14052CFB}">
      <dgm:prSet/>
      <dgm:spPr/>
      <dgm:t>
        <a:bodyPr/>
        <a:lstStyle/>
        <a:p>
          <a:endParaRPr lang="en-IN"/>
        </a:p>
      </dgm:t>
    </dgm:pt>
    <dgm:pt modelId="{28306CF0-8C73-4ADF-9946-AB596084441B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IBM HR Analytics - Employee Attrition &amp; Performance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9D22D4B-90EB-4989-B4D3-00FCA54E2B41}" type="parTrans" cxnId="{16A438B4-5987-4213-BAE4-5B8261F6C737}">
      <dgm:prSet/>
      <dgm:spPr/>
      <dgm:t>
        <a:bodyPr/>
        <a:lstStyle/>
        <a:p>
          <a:endParaRPr lang="en-IN"/>
        </a:p>
      </dgm:t>
    </dgm:pt>
    <dgm:pt modelId="{607F7020-9081-4F39-B3D6-F00AE72C9761}" type="sibTrans" cxnId="{16A438B4-5987-4213-BAE4-5B8261F6C737}">
      <dgm:prSet/>
      <dgm:spPr/>
      <dgm:t>
        <a:bodyPr/>
        <a:lstStyle/>
        <a:p>
          <a:endParaRPr lang="en-IN"/>
        </a:p>
      </dgm:t>
    </dgm:pt>
    <dgm:pt modelId="{A2F3CAA3-932A-4FDC-881A-C7149D946A07}">
      <dgm:prSet phldrT="[Text]" phldr="0"/>
      <dgm:spPr/>
      <dgm:t>
        <a:bodyPr/>
        <a:lstStyle/>
        <a:p>
          <a:r>
            <a:rPr lang="en-US" dirty="0"/>
            <a:t>02</a:t>
          </a:r>
          <a:endParaRPr lang="en-IN" dirty="0"/>
        </a:p>
      </dgm:t>
    </dgm:pt>
    <dgm:pt modelId="{D137D432-2310-4038-9D47-8B8EC924971F}" type="parTrans" cxnId="{68103C9C-2569-47E1-AC9B-74E8B547B293}">
      <dgm:prSet/>
      <dgm:spPr/>
      <dgm:t>
        <a:bodyPr/>
        <a:lstStyle/>
        <a:p>
          <a:endParaRPr lang="en-IN"/>
        </a:p>
      </dgm:t>
    </dgm:pt>
    <dgm:pt modelId="{015A2913-9BF5-4A8E-BB0A-03306BE1B1E0}" type="sibTrans" cxnId="{68103C9C-2569-47E1-AC9B-74E8B547B293}">
      <dgm:prSet/>
      <dgm:spPr/>
      <dgm:t>
        <a:bodyPr/>
        <a:lstStyle/>
        <a:p>
          <a:endParaRPr lang="en-IN"/>
        </a:p>
      </dgm:t>
    </dgm:pt>
    <dgm:pt modelId="{6D299AD9-0EE3-4A8C-806B-D382CB52541F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Supply Chain Management Analytics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95CDB0-ED1E-4E3C-9321-D88DB920788E}" type="parTrans" cxnId="{AE30BC3D-D1B0-4442-BA03-B93C74AE287B}">
      <dgm:prSet/>
      <dgm:spPr/>
      <dgm:t>
        <a:bodyPr/>
        <a:lstStyle/>
        <a:p>
          <a:endParaRPr lang="en-IN"/>
        </a:p>
      </dgm:t>
    </dgm:pt>
    <dgm:pt modelId="{560D7AC0-77C6-4D8C-8A9C-4FFB97684C8E}" type="sibTrans" cxnId="{AE30BC3D-D1B0-4442-BA03-B93C74AE287B}">
      <dgm:prSet/>
      <dgm:spPr/>
      <dgm:t>
        <a:bodyPr/>
        <a:lstStyle/>
        <a:p>
          <a:endParaRPr lang="en-IN"/>
        </a:p>
      </dgm:t>
    </dgm:pt>
    <dgm:pt modelId="{BA431EA0-8830-4037-9E68-689BC14CD302}">
      <dgm:prSet phldrT="[Text]" phldr="0"/>
      <dgm:spPr/>
      <dgm:t>
        <a:bodyPr/>
        <a:lstStyle/>
        <a:p>
          <a:r>
            <a:rPr lang="en-US" dirty="0"/>
            <a:t>03</a:t>
          </a:r>
          <a:endParaRPr lang="en-IN" dirty="0"/>
        </a:p>
      </dgm:t>
    </dgm:pt>
    <dgm:pt modelId="{0457B2B5-F41F-494C-9FCD-CE96864317D8}" type="parTrans" cxnId="{DA9A43A8-162E-412D-A760-B0C10733529F}">
      <dgm:prSet/>
      <dgm:spPr/>
      <dgm:t>
        <a:bodyPr/>
        <a:lstStyle/>
        <a:p>
          <a:endParaRPr lang="en-IN"/>
        </a:p>
      </dgm:t>
    </dgm:pt>
    <dgm:pt modelId="{8A28C8C0-86AB-40C0-98F0-5D3346A87713}" type="sibTrans" cxnId="{DA9A43A8-162E-412D-A760-B0C10733529F}">
      <dgm:prSet/>
      <dgm:spPr/>
      <dgm:t>
        <a:bodyPr/>
        <a:lstStyle/>
        <a:p>
          <a:endParaRPr lang="en-IN"/>
        </a:p>
      </dgm:t>
    </dgm:pt>
    <dgm:pt modelId="{4D0ADCA9-9656-4A42-BAEA-D64F10C7311C}">
      <dgm:prSet phldrT="[Text]" phldr="0" custT="1"/>
      <dgm:spPr/>
      <dgm:t>
        <a:bodyPr/>
        <a:lstStyle/>
        <a:p>
          <a:r>
            <a:rPr lang="en-US" sz="3400" dirty="0">
              <a:latin typeface="Times New Roman" panose="02020603050405020304" pitchFamily="18" charset="0"/>
              <a:cs typeface="Times New Roman" panose="02020603050405020304" pitchFamily="18" charset="0"/>
            </a:rPr>
            <a:t>Supermart Grocery Sales </a:t>
          </a:r>
          <a:endParaRPr lang="en-IN" sz="3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04EEB20-BF40-4CCE-B7DB-75AF3D022886}" type="parTrans" cxnId="{D2CFC2BD-778A-401E-947E-0E0584831A85}">
      <dgm:prSet/>
      <dgm:spPr/>
      <dgm:t>
        <a:bodyPr/>
        <a:lstStyle/>
        <a:p>
          <a:endParaRPr lang="en-IN"/>
        </a:p>
      </dgm:t>
    </dgm:pt>
    <dgm:pt modelId="{17FC3C08-E1DC-4CDC-A79A-770870D0A9EA}" type="sibTrans" cxnId="{D2CFC2BD-778A-401E-947E-0E0584831A85}">
      <dgm:prSet/>
      <dgm:spPr/>
      <dgm:t>
        <a:bodyPr/>
        <a:lstStyle/>
        <a:p>
          <a:endParaRPr lang="en-IN"/>
        </a:p>
      </dgm:t>
    </dgm:pt>
    <dgm:pt modelId="{10AA6816-FFF8-43E6-894F-5BA359696AEA}" type="pres">
      <dgm:prSet presAssocID="{9973FF8B-8475-42B3-94D1-2515F7B65113}" presName="linearFlow" presStyleCnt="0">
        <dgm:presLayoutVars>
          <dgm:dir/>
          <dgm:animLvl val="lvl"/>
          <dgm:resizeHandles val="exact"/>
        </dgm:presLayoutVars>
      </dgm:prSet>
      <dgm:spPr/>
    </dgm:pt>
    <dgm:pt modelId="{D0E76ED5-91C0-40FB-9530-8E721F7E0BCE}" type="pres">
      <dgm:prSet presAssocID="{324F4C1B-A30C-4F64-8950-D7DF0DB05DFD}" presName="composite" presStyleCnt="0"/>
      <dgm:spPr/>
    </dgm:pt>
    <dgm:pt modelId="{F2DF7DB0-955A-4819-B05D-00D786756BAF}" type="pres">
      <dgm:prSet presAssocID="{324F4C1B-A30C-4F64-8950-D7DF0DB05DFD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F942FF07-16C3-42B2-B704-2854ABD9AF45}" type="pres">
      <dgm:prSet presAssocID="{324F4C1B-A30C-4F64-8950-D7DF0DB05DFD}" presName="descendantText" presStyleLbl="alignAcc1" presStyleIdx="0" presStyleCnt="3">
        <dgm:presLayoutVars>
          <dgm:bulletEnabled val="1"/>
        </dgm:presLayoutVars>
      </dgm:prSet>
      <dgm:spPr/>
    </dgm:pt>
    <dgm:pt modelId="{B3176912-58EC-4F3F-AFD5-45DDCD599602}" type="pres">
      <dgm:prSet presAssocID="{81ED299E-CD18-4154-8DAE-C9029F804808}" presName="sp" presStyleCnt="0"/>
      <dgm:spPr/>
    </dgm:pt>
    <dgm:pt modelId="{50202F84-BDFC-4DF9-8E1F-A0E6B2C8A5AF}" type="pres">
      <dgm:prSet presAssocID="{A2F3CAA3-932A-4FDC-881A-C7149D946A07}" presName="composite" presStyleCnt="0"/>
      <dgm:spPr/>
    </dgm:pt>
    <dgm:pt modelId="{F481C5B7-0F7A-451A-821E-26376A0DCCE2}" type="pres">
      <dgm:prSet presAssocID="{A2F3CAA3-932A-4FDC-881A-C7149D946A07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94F1023B-C473-4F35-8371-F5A54E012BD4}" type="pres">
      <dgm:prSet presAssocID="{A2F3CAA3-932A-4FDC-881A-C7149D946A07}" presName="descendantText" presStyleLbl="alignAcc1" presStyleIdx="1" presStyleCnt="3">
        <dgm:presLayoutVars>
          <dgm:bulletEnabled val="1"/>
        </dgm:presLayoutVars>
      </dgm:prSet>
      <dgm:spPr/>
    </dgm:pt>
    <dgm:pt modelId="{D056937D-5DE6-4D80-99FF-A5513B44699D}" type="pres">
      <dgm:prSet presAssocID="{015A2913-9BF5-4A8E-BB0A-03306BE1B1E0}" presName="sp" presStyleCnt="0"/>
      <dgm:spPr/>
    </dgm:pt>
    <dgm:pt modelId="{92CC5E06-DE0F-493D-BFD7-2A17869A1810}" type="pres">
      <dgm:prSet presAssocID="{BA431EA0-8830-4037-9E68-689BC14CD302}" presName="composite" presStyleCnt="0"/>
      <dgm:spPr/>
    </dgm:pt>
    <dgm:pt modelId="{62B9C6B4-B418-4CEE-A16F-7D41C8B3933D}" type="pres">
      <dgm:prSet presAssocID="{BA431EA0-8830-4037-9E68-689BC14CD302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C857A308-0C10-4FA6-A92C-B59016FD65B4}" type="pres">
      <dgm:prSet presAssocID="{BA431EA0-8830-4037-9E68-689BC14CD302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2D85F00E-2C43-49A4-B7D0-10E12B9C7F28}" type="presOf" srcId="{BA431EA0-8830-4037-9E68-689BC14CD302}" destId="{62B9C6B4-B418-4CEE-A16F-7D41C8B3933D}" srcOrd="0" destOrd="0" presId="urn:microsoft.com/office/officeart/2005/8/layout/chevron2"/>
    <dgm:cxn modelId="{E5C7242C-1B3C-492E-96D5-2845A5779EF6}" type="presOf" srcId="{28306CF0-8C73-4ADF-9946-AB596084441B}" destId="{F942FF07-16C3-42B2-B704-2854ABD9AF45}" srcOrd="0" destOrd="0" presId="urn:microsoft.com/office/officeart/2005/8/layout/chevron2"/>
    <dgm:cxn modelId="{35079635-82A6-499A-B79B-B90667E79F97}" type="presOf" srcId="{A2F3CAA3-932A-4FDC-881A-C7149D946A07}" destId="{F481C5B7-0F7A-451A-821E-26376A0DCCE2}" srcOrd="0" destOrd="0" presId="urn:microsoft.com/office/officeart/2005/8/layout/chevron2"/>
    <dgm:cxn modelId="{AE30BC3D-D1B0-4442-BA03-B93C74AE287B}" srcId="{A2F3CAA3-932A-4FDC-881A-C7149D946A07}" destId="{6D299AD9-0EE3-4A8C-806B-D382CB52541F}" srcOrd="0" destOrd="0" parTransId="{2395CDB0-ED1E-4E3C-9321-D88DB920788E}" sibTransId="{560D7AC0-77C6-4D8C-8A9C-4FFB97684C8E}"/>
    <dgm:cxn modelId="{4A7E7295-1FB6-4E51-9070-09DEB1BD8595}" type="presOf" srcId="{9973FF8B-8475-42B3-94D1-2515F7B65113}" destId="{10AA6816-FFF8-43E6-894F-5BA359696AEA}" srcOrd="0" destOrd="0" presId="urn:microsoft.com/office/officeart/2005/8/layout/chevron2"/>
    <dgm:cxn modelId="{68103C9C-2569-47E1-AC9B-74E8B547B293}" srcId="{9973FF8B-8475-42B3-94D1-2515F7B65113}" destId="{A2F3CAA3-932A-4FDC-881A-C7149D946A07}" srcOrd="1" destOrd="0" parTransId="{D137D432-2310-4038-9D47-8B8EC924971F}" sibTransId="{015A2913-9BF5-4A8E-BB0A-03306BE1B1E0}"/>
    <dgm:cxn modelId="{D9AE7A9F-AA27-4967-8132-8A4664A7F3A5}" type="presOf" srcId="{324F4C1B-A30C-4F64-8950-D7DF0DB05DFD}" destId="{F2DF7DB0-955A-4819-B05D-00D786756BAF}" srcOrd="0" destOrd="0" presId="urn:microsoft.com/office/officeart/2005/8/layout/chevron2"/>
    <dgm:cxn modelId="{DA9A43A8-162E-412D-A760-B0C10733529F}" srcId="{9973FF8B-8475-42B3-94D1-2515F7B65113}" destId="{BA431EA0-8830-4037-9E68-689BC14CD302}" srcOrd="2" destOrd="0" parTransId="{0457B2B5-F41F-494C-9FCD-CE96864317D8}" sibTransId="{8A28C8C0-86AB-40C0-98F0-5D3346A87713}"/>
    <dgm:cxn modelId="{16A438B4-5987-4213-BAE4-5B8261F6C737}" srcId="{324F4C1B-A30C-4F64-8950-D7DF0DB05DFD}" destId="{28306CF0-8C73-4ADF-9946-AB596084441B}" srcOrd="0" destOrd="0" parTransId="{F9D22D4B-90EB-4989-B4D3-00FCA54E2B41}" sibTransId="{607F7020-9081-4F39-B3D6-F00AE72C9761}"/>
    <dgm:cxn modelId="{D2CFC2BD-778A-401E-947E-0E0584831A85}" srcId="{BA431EA0-8830-4037-9E68-689BC14CD302}" destId="{4D0ADCA9-9656-4A42-BAEA-D64F10C7311C}" srcOrd="0" destOrd="0" parTransId="{A04EEB20-BF40-4CCE-B7DB-75AF3D022886}" sibTransId="{17FC3C08-E1DC-4CDC-A79A-770870D0A9EA}"/>
    <dgm:cxn modelId="{089F1FCA-EE17-4786-BBDE-44FE5A02EAFA}" type="presOf" srcId="{6D299AD9-0EE3-4A8C-806B-D382CB52541F}" destId="{94F1023B-C473-4F35-8371-F5A54E012BD4}" srcOrd="0" destOrd="0" presId="urn:microsoft.com/office/officeart/2005/8/layout/chevron2"/>
    <dgm:cxn modelId="{2E29C6E2-66EC-4236-A8A5-408A14052CFB}" srcId="{9973FF8B-8475-42B3-94D1-2515F7B65113}" destId="{324F4C1B-A30C-4F64-8950-D7DF0DB05DFD}" srcOrd="0" destOrd="0" parTransId="{E186EC39-7412-459F-8D97-C9579E37FF11}" sibTransId="{81ED299E-CD18-4154-8DAE-C9029F804808}"/>
    <dgm:cxn modelId="{E28937E3-32AC-41BD-ABBD-3EAE909EF96D}" type="presOf" srcId="{4D0ADCA9-9656-4A42-BAEA-D64F10C7311C}" destId="{C857A308-0C10-4FA6-A92C-B59016FD65B4}" srcOrd="0" destOrd="0" presId="urn:microsoft.com/office/officeart/2005/8/layout/chevron2"/>
    <dgm:cxn modelId="{1FE23CC7-C841-4E8A-B284-2A2DC5757DEE}" type="presParOf" srcId="{10AA6816-FFF8-43E6-894F-5BA359696AEA}" destId="{D0E76ED5-91C0-40FB-9530-8E721F7E0BCE}" srcOrd="0" destOrd="0" presId="urn:microsoft.com/office/officeart/2005/8/layout/chevron2"/>
    <dgm:cxn modelId="{9EA61FEB-C55C-489A-A6A3-3F97188F799D}" type="presParOf" srcId="{D0E76ED5-91C0-40FB-9530-8E721F7E0BCE}" destId="{F2DF7DB0-955A-4819-B05D-00D786756BAF}" srcOrd="0" destOrd="0" presId="urn:microsoft.com/office/officeart/2005/8/layout/chevron2"/>
    <dgm:cxn modelId="{801A3F2D-2B8F-47AA-B028-A42387125943}" type="presParOf" srcId="{D0E76ED5-91C0-40FB-9530-8E721F7E0BCE}" destId="{F942FF07-16C3-42B2-B704-2854ABD9AF45}" srcOrd="1" destOrd="0" presId="urn:microsoft.com/office/officeart/2005/8/layout/chevron2"/>
    <dgm:cxn modelId="{BBD10E56-53B0-4C9C-8841-056F65B457CA}" type="presParOf" srcId="{10AA6816-FFF8-43E6-894F-5BA359696AEA}" destId="{B3176912-58EC-4F3F-AFD5-45DDCD599602}" srcOrd="1" destOrd="0" presId="urn:microsoft.com/office/officeart/2005/8/layout/chevron2"/>
    <dgm:cxn modelId="{EC75AEC1-583A-402F-9EEC-211022C4ED37}" type="presParOf" srcId="{10AA6816-FFF8-43E6-894F-5BA359696AEA}" destId="{50202F84-BDFC-4DF9-8E1F-A0E6B2C8A5AF}" srcOrd="2" destOrd="0" presId="urn:microsoft.com/office/officeart/2005/8/layout/chevron2"/>
    <dgm:cxn modelId="{3A0DE482-E9F6-4DE8-8A0D-36F467104E83}" type="presParOf" srcId="{50202F84-BDFC-4DF9-8E1F-A0E6B2C8A5AF}" destId="{F481C5B7-0F7A-451A-821E-26376A0DCCE2}" srcOrd="0" destOrd="0" presId="urn:microsoft.com/office/officeart/2005/8/layout/chevron2"/>
    <dgm:cxn modelId="{2CB3EA77-515A-44BD-97D5-AA8AA5E9329A}" type="presParOf" srcId="{50202F84-BDFC-4DF9-8E1F-A0E6B2C8A5AF}" destId="{94F1023B-C473-4F35-8371-F5A54E012BD4}" srcOrd="1" destOrd="0" presId="urn:microsoft.com/office/officeart/2005/8/layout/chevron2"/>
    <dgm:cxn modelId="{EB867615-279C-46C8-881B-E869CCE2E604}" type="presParOf" srcId="{10AA6816-FFF8-43E6-894F-5BA359696AEA}" destId="{D056937D-5DE6-4D80-99FF-A5513B44699D}" srcOrd="3" destOrd="0" presId="urn:microsoft.com/office/officeart/2005/8/layout/chevron2"/>
    <dgm:cxn modelId="{66CB9F4D-3F96-4625-9AFA-523E5FB5FDE0}" type="presParOf" srcId="{10AA6816-FFF8-43E6-894F-5BA359696AEA}" destId="{92CC5E06-DE0F-493D-BFD7-2A17869A1810}" srcOrd="4" destOrd="0" presId="urn:microsoft.com/office/officeart/2005/8/layout/chevron2"/>
    <dgm:cxn modelId="{9CF86BBA-8DA2-4060-99D0-7DC0F8834429}" type="presParOf" srcId="{92CC5E06-DE0F-493D-BFD7-2A17869A1810}" destId="{62B9C6B4-B418-4CEE-A16F-7D41C8B3933D}" srcOrd="0" destOrd="0" presId="urn:microsoft.com/office/officeart/2005/8/layout/chevron2"/>
    <dgm:cxn modelId="{2E0EC9BF-518D-4600-916B-9EE65F8A52C3}" type="presParOf" srcId="{92CC5E06-DE0F-493D-BFD7-2A17869A1810}" destId="{C857A308-0C10-4FA6-A92C-B59016FD65B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73FF8B-8475-42B3-94D1-2515F7B6511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24F4C1B-A30C-4F64-8950-D7DF0DB05DFD}">
      <dgm:prSet phldrT="[Text]" phldr="0"/>
      <dgm:spPr/>
      <dgm:t>
        <a:bodyPr/>
        <a:lstStyle/>
        <a:p>
          <a:r>
            <a:rPr lang="en-US" dirty="0"/>
            <a:t>04</a:t>
          </a:r>
          <a:endParaRPr lang="en-IN" dirty="0"/>
        </a:p>
      </dgm:t>
    </dgm:pt>
    <dgm:pt modelId="{E186EC39-7412-459F-8D97-C9579E37FF11}" type="parTrans" cxnId="{2E29C6E2-66EC-4236-A8A5-408A14052CFB}">
      <dgm:prSet/>
      <dgm:spPr/>
      <dgm:t>
        <a:bodyPr/>
        <a:lstStyle/>
        <a:p>
          <a:endParaRPr lang="en-IN"/>
        </a:p>
      </dgm:t>
    </dgm:pt>
    <dgm:pt modelId="{81ED299E-CD18-4154-8DAE-C9029F804808}" type="sibTrans" cxnId="{2E29C6E2-66EC-4236-A8A5-408A14052CFB}">
      <dgm:prSet/>
      <dgm:spPr/>
      <dgm:t>
        <a:bodyPr/>
        <a:lstStyle/>
        <a:p>
          <a:endParaRPr lang="en-IN"/>
        </a:p>
      </dgm:t>
    </dgm:pt>
    <dgm:pt modelId="{28306CF0-8C73-4ADF-9946-AB596084441B}">
      <dgm:prSet phldrT="[Text]" phldr="0"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IN" sz="2000" dirty="0"/>
        </a:p>
      </dgm:t>
    </dgm:pt>
    <dgm:pt modelId="{F9D22D4B-90EB-4989-B4D3-00FCA54E2B41}" type="parTrans" cxnId="{16A438B4-5987-4213-BAE4-5B8261F6C737}">
      <dgm:prSet/>
      <dgm:spPr/>
      <dgm:t>
        <a:bodyPr/>
        <a:lstStyle/>
        <a:p>
          <a:endParaRPr lang="en-IN"/>
        </a:p>
      </dgm:t>
    </dgm:pt>
    <dgm:pt modelId="{607F7020-9081-4F39-B3D6-F00AE72C9761}" type="sibTrans" cxnId="{16A438B4-5987-4213-BAE4-5B8261F6C737}">
      <dgm:prSet/>
      <dgm:spPr/>
      <dgm:t>
        <a:bodyPr/>
        <a:lstStyle/>
        <a:p>
          <a:endParaRPr lang="en-IN"/>
        </a:p>
      </dgm:t>
    </dgm:pt>
    <dgm:pt modelId="{F458D0B3-900A-4F92-87E7-E49C5CFB8D51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IN" sz="2000" dirty="0"/>
        </a:p>
      </dgm:t>
    </dgm:pt>
    <dgm:pt modelId="{8AF880B7-0125-47C2-BCA7-93EFB6320165}" type="parTrans" cxnId="{8B0C7518-3FAC-479F-A175-10B4C12E7439}">
      <dgm:prSet/>
      <dgm:spPr/>
      <dgm:t>
        <a:bodyPr/>
        <a:lstStyle/>
        <a:p>
          <a:endParaRPr lang="en-IN"/>
        </a:p>
      </dgm:t>
    </dgm:pt>
    <dgm:pt modelId="{9EB5A0B8-F146-4A7E-AAF6-792144DFB501}" type="sibTrans" cxnId="{8B0C7518-3FAC-479F-A175-10B4C12E7439}">
      <dgm:prSet/>
      <dgm:spPr/>
      <dgm:t>
        <a:bodyPr/>
        <a:lstStyle/>
        <a:p>
          <a:endParaRPr lang="en-IN"/>
        </a:p>
      </dgm:t>
    </dgm:pt>
    <dgm:pt modelId="{FE448897-BF3B-42D9-89EB-FA17A0F24A3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3400" b="0" dirty="0">
              <a:latin typeface="Times New Roman" panose="02020603050405020304" pitchFamily="18" charset="0"/>
              <a:cs typeface="Times New Roman" panose="02020603050405020304" pitchFamily="18" charset="0"/>
            </a:rPr>
            <a:t>Drugs, Side Effects and Medical Condition </a:t>
          </a:r>
        </a:p>
      </dgm:t>
    </dgm:pt>
    <dgm:pt modelId="{416A401A-10E2-44FE-8075-850B5D27CC2C}" type="parTrans" cxnId="{4B888A4A-3A5A-4E15-9202-D46338CB9317}">
      <dgm:prSet/>
      <dgm:spPr/>
      <dgm:t>
        <a:bodyPr/>
        <a:lstStyle/>
        <a:p>
          <a:endParaRPr lang="en-IN"/>
        </a:p>
      </dgm:t>
    </dgm:pt>
    <dgm:pt modelId="{BC1733EC-A390-4E58-822B-27BC65064CF2}" type="sibTrans" cxnId="{4B888A4A-3A5A-4E15-9202-D46338CB9317}">
      <dgm:prSet/>
      <dgm:spPr/>
      <dgm:t>
        <a:bodyPr/>
        <a:lstStyle/>
        <a:p>
          <a:endParaRPr lang="en-IN"/>
        </a:p>
      </dgm:t>
    </dgm:pt>
    <dgm:pt modelId="{10AA6816-FFF8-43E6-894F-5BA359696AEA}" type="pres">
      <dgm:prSet presAssocID="{9973FF8B-8475-42B3-94D1-2515F7B65113}" presName="linearFlow" presStyleCnt="0">
        <dgm:presLayoutVars>
          <dgm:dir/>
          <dgm:animLvl val="lvl"/>
          <dgm:resizeHandles val="exact"/>
        </dgm:presLayoutVars>
      </dgm:prSet>
      <dgm:spPr/>
    </dgm:pt>
    <dgm:pt modelId="{D0E76ED5-91C0-40FB-9530-8E721F7E0BCE}" type="pres">
      <dgm:prSet presAssocID="{324F4C1B-A30C-4F64-8950-D7DF0DB05DFD}" presName="composite" presStyleCnt="0"/>
      <dgm:spPr/>
    </dgm:pt>
    <dgm:pt modelId="{F2DF7DB0-955A-4819-B05D-00D786756BAF}" type="pres">
      <dgm:prSet presAssocID="{324F4C1B-A30C-4F64-8950-D7DF0DB05DFD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F942FF07-16C3-42B2-B704-2854ABD9AF45}" type="pres">
      <dgm:prSet presAssocID="{324F4C1B-A30C-4F64-8950-D7DF0DB05DFD}" presName="descendantText" presStyleLbl="alignAcc1" presStyleIdx="0" presStyleCnt="1" custLinFactNeighborY="3197">
        <dgm:presLayoutVars>
          <dgm:bulletEnabled val="1"/>
        </dgm:presLayoutVars>
      </dgm:prSet>
      <dgm:spPr/>
    </dgm:pt>
  </dgm:ptLst>
  <dgm:cxnLst>
    <dgm:cxn modelId="{8B0C7518-3FAC-479F-A175-10B4C12E7439}" srcId="{324F4C1B-A30C-4F64-8950-D7DF0DB05DFD}" destId="{F458D0B3-900A-4F92-87E7-E49C5CFB8D51}" srcOrd="2" destOrd="0" parTransId="{8AF880B7-0125-47C2-BCA7-93EFB6320165}" sibTransId="{9EB5A0B8-F146-4A7E-AAF6-792144DFB501}"/>
    <dgm:cxn modelId="{E5C7242C-1B3C-492E-96D5-2845A5779EF6}" type="presOf" srcId="{28306CF0-8C73-4ADF-9946-AB596084441B}" destId="{F942FF07-16C3-42B2-B704-2854ABD9AF45}" srcOrd="0" destOrd="0" presId="urn:microsoft.com/office/officeart/2005/8/layout/chevron2"/>
    <dgm:cxn modelId="{4B888A4A-3A5A-4E15-9202-D46338CB9317}" srcId="{324F4C1B-A30C-4F64-8950-D7DF0DB05DFD}" destId="{FE448897-BF3B-42D9-89EB-FA17A0F24A3B}" srcOrd="1" destOrd="0" parTransId="{416A401A-10E2-44FE-8075-850B5D27CC2C}" sibTransId="{BC1733EC-A390-4E58-822B-27BC65064CF2}"/>
    <dgm:cxn modelId="{15729C8F-B780-413F-BE05-A2419245BC2B}" type="presOf" srcId="{FE448897-BF3B-42D9-89EB-FA17A0F24A3B}" destId="{F942FF07-16C3-42B2-B704-2854ABD9AF45}" srcOrd="0" destOrd="1" presId="urn:microsoft.com/office/officeart/2005/8/layout/chevron2"/>
    <dgm:cxn modelId="{4A7E7295-1FB6-4E51-9070-09DEB1BD8595}" type="presOf" srcId="{9973FF8B-8475-42B3-94D1-2515F7B65113}" destId="{10AA6816-FFF8-43E6-894F-5BA359696AEA}" srcOrd="0" destOrd="0" presId="urn:microsoft.com/office/officeart/2005/8/layout/chevron2"/>
    <dgm:cxn modelId="{D9AE7A9F-AA27-4967-8132-8A4664A7F3A5}" type="presOf" srcId="{324F4C1B-A30C-4F64-8950-D7DF0DB05DFD}" destId="{F2DF7DB0-955A-4819-B05D-00D786756BAF}" srcOrd="0" destOrd="0" presId="urn:microsoft.com/office/officeart/2005/8/layout/chevron2"/>
    <dgm:cxn modelId="{16A438B4-5987-4213-BAE4-5B8261F6C737}" srcId="{324F4C1B-A30C-4F64-8950-D7DF0DB05DFD}" destId="{28306CF0-8C73-4ADF-9946-AB596084441B}" srcOrd="0" destOrd="0" parTransId="{F9D22D4B-90EB-4989-B4D3-00FCA54E2B41}" sibTransId="{607F7020-9081-4F39-B3D6-F00AE72C9761}"/>
    <dgm:cxn modelId="{505B43C6-45D0-45EB-AEE5-4B2A9401EBE0}" type="presOf" srcId="{F458D0B3-900A-4F92-87E7-E49C5CFB8D51}" destId="{F942FF07-16C3-42B2-B704-2854ABD9AF45}" srcOrd="0" destOrd="2" presId="urn:microsoft.com/office/officeart/2005/8/layout/chevron2"/>
    <dgm:cxn modelId="{2E29C6E2-66EC-4236-A8A5-408A14052CFB}" srcId="{9973FF8B-8475-42B3-94D1-2515F7B65113}" destId="{324F4C1B-A30C-4F64-8950-D7DF0DB05DFD}" srcOrd="0" destOrd="0" parTransId="{E186EC39-7412-459F-8D97-C9579E37FF11}" sibTransId="{81ED299E-CD18-4154-8DAE-C9029F804808}"/>
    <dgm:cxn modelId="{1FE23CC7-C841-4E8A-B284-2A2DC5757DEE}" type="presParOf" srcId="{10AA6816-FFF8-43E6-894F-5BA359696AEA}" destId="{D0E76ED5-91C0-40FB-9530-8E721F7E0BCE}" srcOrd="0" destOrd="0" presId="urn:microsoft.com/office/officeart/2005/8/layout/chevron2"/>
    <dgm:cxn modelId="{9EA61FEB-C55C-489A-A6A3-3F97188F799D}" type="presParOf" srcId="{D0E76ED5-91C0-40FB-9530-8E721F7E0BCE}" destId="{F2DF7DB0-955A-4819-B05D-00D786756BAF}" srcOrd="0" destOrd="0" presId="urn:microsoft.com/office/officeart/2005/8/layout/chevron2"/>
    <dgm:cxn modelId="{801A3F2D-2B8F-47AA-B028-A42387125943}" type="presParOf" srcId="{D0E76ED5-91C0-40FB-9530-8E721F7E0BCE}" destId="{F942FF07-16C3-42B2-B704-2854ABD9AF4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BDE2AA-21D8-45A9-8742-7E3FEE29BE4A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41DE977-FF70-4F84-BC3F-4D4A2B2DB368}">
      <dgm:prSet phldrT="[Text]" phldr="0" custT="1"/>
      <dgm:spPr/>
      <dgm:t>
        <a:bodyPr/>
        <a:lstStyle/>
        <a:p>
          <a:r>
            <a:rPr lang="en-IN" sz="2800" dirty="0"/>
            <a:t>EDA</a:t>
          </a:r>
        </a:p>
      </dgm:t>
    </dgm:pt>
    <dgm:pt modelId="{74604D7A-F90E-444F-AC22-26CF02AA0C76}" type="parTrans" cxnId="{741BF5C5-0C3B-419C-A09A-BFD43FEF4567}">
      <dgm:prSet/>
      <dgm:spPr/>
      <dgm:t>
        <a:bodyPr/>
        <a:lstStyle/>
        <a:p>
          <a:endParaRPr lang="en-IN" sz="1800"/>
        </a:p>
      </dgm:t>
    </dgm:pt>
    <dgm:pt modelId="{7F99875B-875D-41FC-BDF4-738D5FB3E87E}" type="sibTrans" cxnId="{741BF5C5-0C3B-419C-A09A-BFD43FEF4567}">
      <dgm:prSet/>
      <dgm:spPr/>
      <dgm:t>
        <a:bodyPr/>
        <a:lstStyle/>
        <a:p>
          <a:endParaRPr lang="en-IN" sz="1800"/>
        </a:p>
      </dgm:t>
    </dgm:pt>
    <dgm:pt modelId="{E3DB9168-A38C-490C-939F-712089AD9E43}">
      <dgm:prSet phldrT="[Text]" phldr="0" custT="1"/>
      <dgm:spPr/>
      <dgm:t>
        <a:bodyPr/>
        <a:lstStyle/>
        <a:p>
          <a:r>
            <a:rPr lang="en-IN" sz="1800" dirty="0"/>
            <a:t>Python </a:t>
          </a:r>
        </a:p>
      </dgm:t>
    </dgm:pt>
    <dgm:pt modelId="{FF196FC4-9524-41D4-A729-F02965FFCC69}" type="parTrans" cxnId="{161BE58F-4136-45E3-8732-A983D48C9587}">
      <dgm:prSet/>
      <dgm:spPr/>
      <dgm:t>
        <a:bodyPr/>
        <a:lstStyle/>
        <a:p>
          <a:endParaRPr lang="en-IN" sz="1800"/>
        </a:p>
      </dgm:t>
    </dgm:pt>
    <dgm:pt modelId="{6E6EC364-A7B1-43A1-B27A-94CED6C8DC0E}" type="sibTrans" cxnId="{161BE58F-4136-45E3-8732-A983D48C9587}">
      <dgm:prSet/>
      <dgm:spPr/>
      <dgm:t>
        <a:bodyPr/>
        <a:lstStyle/>
        <a:p>
          <a:endParaRPr lang="en-IN" sz="1800"/>
        </a:p>
      </dgm:t>
    </dgm:pt>
    <dgm:pt modelId="{DD1369AE-5700-4953-8DDF-3B7BE1A484DF}">
      <dgm:prSet phldrT="[Text]" phldr="0" custT="1"/>
      <dgm:spPr/>
      <dgm:t>
        <a:bodyPr/>
        <a:lstStyle/>
        <a:p>
          <a:r>
            <a:rPr lang="en-IN" sz="1800" dirty="0"/>
            <a:t>Pandas, NumPy, Matplotlib, Seaborn, Plotly</a:t>
          </a:r>
        </a:p>
      </dgm:t>
    </dgm:pt>
    <dgm:pt modelId="{1E422963-FC5E-42CA-B8C2-90723F446978}" type="parTrans" cxnId="{0DBE4865-A819-4E2E-A173-FE50D59C4643}">
      <dgm:prSet/>
      <dgm:spPr/>
      <dgm:t>
        <a:bodyPr/>
        <a:lstStyle/>
        <a:p>
          <a:endParaRPr lang="en-IN" sz="1800"/>
        </a:p>
      </dgm:t>
    </dgm:pt>
    <dgm:pt modelId="{57A681DB-AEB4-48D6-BFE3-B7FB5007CC92}" type="sibTrans" cxnId="{0DBE4865-A819-4E2E-A173-FE50D59C4643}">
      <dgm:prSet/>
      <dgm:spPr/>
      <dgm:t>
        <a:bodyPr/>
        <a:lstStyle/>
        <a:p>
          <a:endParaRPr lang="en-IN" sz="1800"/>
        </a:p>
      </dgm:t>
    </dgm:pt>
    <dgm:pt modelId="{4123F5AD-9C68-44BF-8754-6174E51409A5}">
      <dgm:prSet phldrT="[Text]" phldr="0" custT="1"/>
      <dgm:spPr/>
      <dgm:t>
        <a:bodyPr/>
        <a:lstStyle/>
        <a:p>
          <a:r>
            <a:rPr lang="en-IN" sz="2800" dirty="0"/>
            <a:t>ML</a:t>
          </a:r>
        </a:p>
      </dgm:t>
    </dgm:pt>
    <dgm:pt modelId="{082A9C5C-5CF2-4ACA-80A5-7AD4D606B49E}" type="parTrans" cxnId="{0D6F1067-012E-4ED6-BBFD-8C7AD18410F7}">
      <dgm:prSet/>
      <dgm:spPr/>
      <dgm:t>
        <a:bodyPr/>
        <a:lstStyle/>
        <a:p>
          <a:endParaRPr lang="en-IN" sz="1800"/>
        </a:p>
      </dgm:t>
    </dgm:pt>
    <dgm:pt modelId="{B1EB1DCD-B152-4A9B-A063-70A64F726F20}" type="sibTrans" cxnId="{0D6F1067-012E-4ED6-BBFD-8C7AD18410F7}">
      <dgm:prSet/>
      <dgm:spPr/>
      <dgm:t>
        <a:bodyPr/>
        <a:lstStyle/>
        <a:p>
          <a:endParaRPr lang="en-IN" sz="1800"/>
        </a:p>
      </dgm:t>
    </dgm:pt>
    <dgm:pt modelId="{EB8E845F-8308-41BD-B049-333E7BFA5118}">
      <dgm:prSet phldrT="[Text]" phldr="0" custT="1"/>
      <dgm:spPr/>
      <dgm:t>
        <a:bodyPr/>
        <a:lstStyle/>
        <a:p>
          <a:r>
            <a:rPr lang="en-IN" sz="1800" dirty="0"/>
            <a:t>Python</a:t>
          </a:r>
        </a:p>
      </dgm:t>
    </dgm:pt>
    <dgm:pt modelId="{D5F1C089-EB23-44A6-A325-4F5162AE4F50}" type="parTrans" cxnId="{05E5AA84-FAF9-4FBA-AA9E-56DD576A7F4C}">
      <dgm:prSet/>
      <dgm:spPr/>
      <dgm:t>
        <a:bodyPr/>
        <a:lstStyle/>
        <a:p>
          <a:endParaRPr lang="en-IN" sz="1800"/>
        </a:p>
      </dgm:t>
    </dgm:pt>
    <dgm:pt modelId="{04BBD4C9-C16C-4857-AB5B-6C6BB0E6F828}" type="sibTrans" cxnId="{05E5AA84-FAF9-4FBA-AA9E-56DD576A7F4C}">
      <dgm:prSet/>
      <dgm:spPr/>
      <dgm:t>
        <a:bodyPr/>
        <a:lstStyle/>
        <a:p>
          <a:endParaRPr lang="en-IN" sz="1800"/>
        </a:p>
      </dgm:t>
    </dgm:pt>
    <dgm:pt modelId="{20257CCD-391F-4223-BBD9-9A92862BA20D}">
      <dgm:prSet phldrT="[Text]" phldr="0" custT="1"/>
      <dgm:spPr/>
      <dgm:t>
        <a:bodyPr/>
        <a:lstStyle/>
        <a:p>
          <a:r>
            <a:rPr lang="en-IN" sz="1800" dirty="0"/>
            <a:t>Scikit-Learn, Shap</a:t>
          </a:r>
        </a:p>
      </dgm:t>
    </dgm:pt>
    <dgm:pt modelId="{2CF38671-040C-4404-9EEE-6B540406FA8B}" type="parTrans" cxnId="{250ACFE6-79B7-4534-8224-5811C9813936}">
      <dgm:prSet/>
      <dgm:spPr/>
      <dgm:t>
        <a:bodyPr/>
        <a:lstStyle/>
        <a:p>
          <a:endParaRPr lang="en-IN" sz="1800"/>
        </a:p>
      </dgm:t>
    </dgm:pt>
    <dgm:pt modelId="{7AA226F3-101B-4087-B4C6-337D09070630}" type="sibTrans" cxnId="{250ACFE6-79B7-4534-8224-5811C9813936}">
      <dgm:prSet/>
      <dgm:spPr/>
      <dgm:t>
        <a:bodyPr/>
        <a:lstStyle/>
        <a:p>
          <a:endParaRPr lang="en-IN" sz="1800"/>
        </a:p>
      </dgm:t>
    </dgm:pt>
    <dgm:pt modelId="{DF7799C5-1C3F-447C-80B0-9CA0772DA839}">
      <dgm:prSet phldrT="[Text]" phldr="0" custT="1"/>
      <dgm:spPr/>
      <dgm:t>
        <a:bodyPr/>
        <a:lstStyle/>
        <a:p>
          <a:r>
            <a:rPr lang="en-IN" sz="2400" dirty="0"/>
            <a:t>Dashboard</a:t>
          </a:r>
          <a:endParaRPr lang="en-IN" sz="1800" dirty="0"/>
        </a:p>
      </dgm:t>
    </dgm:pt>
    <dgm:pt modelId="{1F9D8318-EF4C-4467-A5EC-1794B484AA46}" type="parTrans" cxnId="{8F62F118-A2AD-4E5E-BFB7-49E5D3435D90}">
      <dgm:prSet/>
      <dgm:spPr/>
      <dgm:t>
        <a:bodyPr/>
        <a:lstStyle/>
        <a:p>
          <a:endParaRPr lang="en-IN" sz="1800"/>
        </a:p>
      </dgm:t>
    </dgm:pt>
    <dgm:pt modelId="{8FFBEACE-AB04-429D-A040-D65104F19F51}" type="sibTrans" cxnId="{8F62F118-A2AD-4E5E-BFB7-49E5D3435D90}">
      <dgm:prSet/>
      <dgm:spPr/>
      <dgm:t>
        <a:bodyPr/>
        <a:lstStyle/>
        <a:p>
          <a:endParaRPr lang="en-IN" sz="1800"/>
        </a:p>
      </dgm:t>
    </dgm:pt>
    <dgm:pt modelId="{8D5175E1-AC4E-4346-AC6C-6F1E94673E57}">
      <dgm:prSet phldrT="[Text]" phldr="0" custT="1"/>
      <dgm:spPr/>
      <dgm:t>
        <a:bodyPr/>
        <a:lstStyle/>
        <a:p>
          <a:r>
            <a:rPr lang="en-IN" sz="1800" dirty="0"/>
            <a:t>Power BI</a:t>
          </a:r>
        </a:p>
      </dgm:t>
    </dgm:pt>
    <dgm:pt modelId="{B1F26E8D-F56C-4DE0-85B0-8CA9BCD37C83}" type="parTrans" cxnId="{6ACA6805-C62E-40CF-9CCE-350E681A795E}">
      <dgm:prSet/>
      <dgm:spPr/>
      <dgm:t>
        <a:bodyPr/>
        <a:lstStyle/>
        <a:p>
          <a:endParaRPr lang="en-IN" sz="1800"/>
        </a:p>
      </dgm:t>
    </dgm:pt>
    <dgm:pt modelId="{AF2D4B70-0419-4E44-8C6F-0AFB1ABFFD75}" type="sibTrans" cxnId="{6ACA6805-C62E-40CF-9CCE-350E681A795E}">
      <dgm:prSet/>
      <dgm:spPr/>
      <dgm:t>
        <a:bodyPr/>
        <a:lstStyle/>
        <a:p>
          <a:endParaRPr lang="en-IN" sz="1800"/>
        </a:p>
      </dgm:t>
    </dgm:pt>
    <dgm:pt modelId="{867CF0CA-D16C-40A6-999B-A545E7FEC9E1}">
      <dgm:prSet phldrT="[Text]" phldr="0" custT="1"/>
      <dgm:spPr/>
      <dgm:t>
        <a:bodyPr/>
        <a:lstStyle/>
        <a:p>
          <a:r>
            <a:rPr lang="en-IN" sz="1800" dirty="0"/>
            <a:t>Streamlit</a:t>
          </a:r>
        </a:p>
      </dgm:t>
    </dgm:pt>
    <dgm:pt modelId="{3BCE24E2-DC97-4314-8159-37105E8C5D65}" type="parTrans" cxnId="{D49D421B-A725-4D32-9D7D-B7C9B9A03AAE}">
      <dgm:prSet/>
      <dgm:spPr/>
      <dgm:t>
        <a:bodyPr/>
        <a:lstStyle/>
        <a:p>
          <a:endParaRPr lang="en-IN" sz="1800"/>
        </a:p>
      </dgm:t>
    </dgm:pt>
    <dgm:pt modelId="{09639DF2-8F46-483A-B253-08D292DEE911}" type="sibTrans" cxnId="{D49D421B-A725-4D32-9D7D-B7C9B9A03AAE}">
      <dgm:prSet/>
      <dgm:spPr/>
      <dgm:t>
        <a:bodyPr/>
        <a:lstStyle/>
        <a:p>
          <a:endParaRPr lang="en-IN" sz="1800"/>
        </a:p>
      </dgm:t>
    </dgm:pt>
    <dgm:pt modelId="{2E339B69-FE2B-4827-9E65-65BBD5028BB0}" type="pres">
      <dgm:prSet presAssocID="{FABDE2AA-21D8-45A9-8742-7E3FEE29BE4A}" presName="Name0" presStyleCnt="0">
        <dgm:presLayoutVars>
          <dgm:dir/>
          <dgm:animLvl val="lvl"/>
          <dgm:resizeHandles val="exact"/>
        </dgm:presLayoutVars>
      </dgm:prSet>
      <dgm:spPr/>
    </dgm:pt>
    <dgm:pt modelId="{6F8390FA-73CF-4E26-97E8-604CE07CE019}" type="pres">
      <dgm:prSet presAssocID="{DF7799C5-1C3F-447C-80B0-9CA0772DA839}" presName="boxAndChildren" presStyleCnt="0"/>
      <dgm:spPr/>
    </dgm:pt>
    <dgm:pt modelId="{AC17509D-8B98-4618-898D-4B69212360DD}" type="pres">
      <dgm:prSet presAssocID="{DF7799C5-1C3F-447C-80B0-9CA0772DA839}" presName="parentTextBox" presStyleLbl="node1" presStyleIdx="0" presStyleCnt="3"/>
      <dgm:spPr/>
    </dgm:pt>
    <dgm:pt modelId="{C188F41A-A411-457D-ADC8-0FAFE840AD98}" type="pres">
      <dgm:prSet presAssocID="{DF7799C5-1C3F-447C-80B0-9CA0772DA839}" presName="entireBox" presStyleLbl="node1" presStyleIdx="0" presStyleCnt="3"/>
      <dgm:spPr/>
    </dgm:pt>
    <dgm:pt modelId="{D65FE2A0-F8B6-4DF9-B880-0B8437975EA9}" type="pres">
      <dgm:prSet presAssocID="{DF7799C5-1C3F-447C-80B0-9CA0772DA839}" presName="descendantBox" presStyleCnt="0"/>
      <dgm:spPr/>
    </dgm:pt>
    <dgm:pt modelId="{94C09A33-4C83-4C1E-9C9E-3332FE775A91}" type="pres">
      <dgm:prSet presAssocID="{8D5175E1-AC4E-4346-AC6C-6F1E94673E57}" presName="childTextBox" presStyleLbl="fgAccFollowNode1" presStyleIdx="0" presStyleCnt="6">
        <dgm:presLayoutVars>
          <dgm:bulletEnabled val="1"/>
        </dgm:presLayoutVars>
      </dgm:prSet>
      <dgm:spPr/>
    </dgm:pt>
    <dgm:pt modelId="{026D2132-8601-4A77-B906-77FD5440BBD6}" type="pres">
      <dgm:prSet presAssocID="{867CF0CA-D16C-40A6-999B-A545E7FEC9E1}" presName="childTextBox" presStyleLbl="fgAccFollowNode1" presStyleIdx="1" presStyleCnt="6">
        <dgm:presLayoutVars>
          <dgm:bulletEnabled val="1"/>
        </dgm:presLayoutVars>
      </dgm:prSet>
      <dgm:spPr/>
    </dgm:pt>
    <dgm:pt modelId="{13596272-70E6-4908-93B8-2B729C4E89D6}" type="pres">
      <dgm:prSet presAssocID="{B1EB1DCD-B152-4A9B-A063-70A64F726F20}" presName="sp" presStyleCnt="0"/>
      <dgm:spPr/>
    </dgm:pt>
    <dgm:pt modelId="{3097A277-BF08-498C-A37E-E27024EE9731}" type="pres">
      <dgm:prSet presAssocID="{4123F5AD-9C68-44BF-8754-6174E51409A5}" presName="arrowAndChildren" presStyleCnt="0"/>
      <dgm:spPr/>
    </dgm:pt>
    <dgm:pt modelId="{7B88F794-AD47-41DD-BFA9-CFF589D4DA5E}" type="pres">
      <dgm:prSet presAssocID="{4123F5AD-9C68-44BF-8754-6174E51409A5}" presName="parentTextArrow" presStyleLbl="node1" presStyleIdx="0" presStyleCnt="3"/>
      <dgm:spPr/>
    </dgm:pt>
    <dgm:pt modelId="{40AB0B8E-41FB-4D73-97C6-936FEC633C6A}" type="pres">
      <dgm:prSet presAssocID="{4123F5AD-9C68-44BF-8754-6174E51409A5}" presName="arrow" presStyleLbl="node1" presStyleIdx="1" presStyleCnt="3"/>
      <dgm:spPr/>
    </dgm:pt>
    <dgm:pt modelId="{892928CD-2E39-4CEC-A4B3-483606D20D49}" type="pres">
      <dgm:prSet presAssocID="{4123F5AD-9C68-44BF-8754-6174E51409A5}" presName="descendantArrow" presStyleCnt="0"/>
      <dgm:spPr/>
    </dgm:pt>
    <dgm:pt modelId="{B388B921-C164-4661-B872-EE0F80E3DCB9}" type="pres">
      <dgm:prSet presAssocID="{EB8E845F-8308-41BD-B049-333E7BFA5118}" presName="childTextArrow" presStyleLbl="fgAccFollowNode1" presStyleIdx="2" presStyleCnt="6">
        <dgm:presLayoutVars>
          <dgm:bulletEnabled val="1"/>
        </dgm:presLayoutVars>
      </dgm:prSet>
      <dgm:spPr/>
    </dgm:pt>
    <dgm:pt modelId="{4C31D9E2-8B49-47E3-BDD6-55CC9BE28864}" type="pres">
      <dgm:prSet presAssocID="{20257CCD-391F-4223-BBD9-9A92862BA20D}" presName="childTextArrow" presStyleLbl="fgAccFollowNode1" presStyleIdx="3" presStyleCnt="6">
        <dgm:presLayoutVars>
          <dgm:bulletEnabled val="1"/>
        </dgm:presLayoutVars>
      </dgm:prSet>
      <dgm:spPr/>
    </dgm:pt>
    <dgm:pt modelId="{B2B68B33-4E02-4917-9DB7-89744E12C05D}" type="pres">
      <dgm:prSet presAssocID="{7F99875B-875D-41FC-BDF4-738D5FB3E87E}" presName="sp" presStyleCnt="0"/>
      <dgm:spPr/>
    </dgm:pt>
    <dgm:pt modelId="{E4E2AD6E-2884-4B49-8C45-B64ABC446D1A}" type="pres">
      <dgm:prSet presAssocID="{041DE977-FF70-4F84-BC3F-4D4A2B2DB368}" presName="arrowAndChildren" presStyleCnt="0"/>
      <dgm:spPr/>
    </dgm:pt>
    <dgm:pt modelId="{692803EC-A247-4EBD-9F80-457C3EA53699}" type="pres">
      <dgm:prSet presAssocID="{041DE977-FF70-4F84-BC3F-4D4A2B2DB368}" presName="parentTextArrow" presStyleLbl="node1" presStyleIdx="1" presStyleCnt="3"/>
      <dgm:spPr/>
    </dgm:pt>
    <dgm:pt modelId="{EA35960B-8A6B-463A-BC60-1B1FCA105424}" type="pres">
      <dgm:prSet presAssocID="{041DE977-FF70-4F84-BC3F-4D4A2B2DB368}" presName="arrow" presStyleLbl="node1" presStyleIdx="2" presStyleCnt="3" custLinFactNeighborY="614"/>
      <dgm:spPr/>
    </dgm:pt>
    <dgm:pt modelId="{1A62E6D4-8AB7-4158-B660-612EDD784560}" type="pres">
      <dgm:prSet presAssocID="{041DE977-FF70-4F84-BC3F-4D4A2B2DB368}" presName="descendantArrow" presStyleCnt="0"/>
      <dgm:spPr/>
    </dgm:pt>
    <dgm:pt modelId="{6C3A3A4E-A10D-4CCA-AF45-E441D600ACA4}" type="pres">
      <dgm:prSet presAssocID="{E3DB9168-A38C-490C-939F-712089AD9E43}" presName="childTextArrow" presStyleLbl="fgAccFollowNode1" presStyleIdx="4" presStyleCnt="6">
        <dgm:presLayoutVars>
          <dgm:bulletEnabled val="1"/>
        </dgm:presLayoutVars>
      </dgm:prSet>
      <dgm:spPr/>
    </dgm:pt>
    <dgm:pt modelId="{559FAA44-EDED-4AE7-A69A-56059539CEBC}" type="pres">
      <dgm:prSet presAssocID="{DD1369AE-5700-4953-8DDF-3B7BE1A484DF}" presName="childTextArrow" presStyleLbl="fgAccFollowNode1" presStyleIdx="5" presStyleCnt="6">
        <dgm:presLayoutVars>
          <dgm:bulletEnabled val="1"/>
        </dgm:presLayoutVars>
      </dgm:prSet>
      <dgm:spPr/>
    </dgm:pt>
  </dgm:ptLst>
  <dgm:cxnLst>
    <dgm:cxn modelId="{6ACA6805-C62E-40CF-9CCE-350E681A795E}" srcId="{DF7799C5-1C3F-447C-80B0-9CA0772DA839}" destId="{8D5175E1-AC4E-4346-AC6C-6F1E94673E57}" srcOrd="0" destOrd="0" parTransId="{B1F26E8D-F56C-4DE0-85B0-8CA9BCD37C83}" sibTransId="{AF2D4B70-0419-4E44-8C6F-0AFB1ABFFD75}"/>
    <dgm:cxn modelId="{8F62F118-A2AD-4E5E-BFB7-49E5D3435D90}" srcId="{FABDE2AA-21D8-45A9-8742-7E3FEE29BE4A}" destId="{DF7799C5-1C3F-447C-80B0-9CA0772DA839}" srcOrd="2" destOrd="0" parTransId="{1F9D8318-EF4C-4467-A5EC-1794B484AA46}" sibTransId="{8FFBEACE-AB04-429D-A040-D65104F19F51}"/>
    <dgm:cxn modelId="{D49D421B-A725-4D32-9D7D-B7C9B9A03AAE}" srcId="{DF7799C5-1C3F-447C-80B0-9CA0772DA839}" destId="{867CF0CA-D16C-40A6-999B-A545E7FEC9E1}" srcOrd="1" destOrd="0" parTransId="{3BCE24E2-DC97-4314-8159-37105E8C5D65}" sibTransId="{09639DF2-8F46-483A-B253-08D292DEE911}"/>
    <dgm:cxn modelId="{7FEE4220-601F-4C66-943C-4BEF8DF36191}" type="presOf" srcId="{FABDE2AA-21D8-45A9-8742-7E3FEE29BE4A}" destId="{2E339B69-FE2B-4827-9E65-65BBD5028BB0}" srcOrd="0" destOrd="0" presId="urn:microsoft.com/office/officeart/2005/8/layout/process4"/>
    <dgm:cxn modelId="{95EF8225-5394-4F1B-B689-47E68646827C}" type="presOf" srcId="{DF7799C5-1C3F-447C-80B0-9CA0772DA839}" destId="{C188F41A-A411-457D-ADC8-0FAFE840AD98}" srcOrd="1" destOrd="0" presId="urn:microsoft.com/office/officeart/2005/8/layout/process4"/>
    <dgm:cxn modelId="{0DBE4865-A819-4E2E-A173-FE50D59C4643}" srcId="{041DE977-FF70-4F84-BC3F-4D4A2B2DB368}" destId="{DD1369AE-5700-4953-8DDF-3B7BE1A484DF}" srcOrd="1" destOrd="0" parTransId="{1E422963-FC5E-42CA-B8C2-90723F446978}" sibTransId="{57A681DB-AEB4-48D6-BFE3-B7FB5007CC92}"/>
    <dgm:cxn modelId="{354FAF46-90F2-4683-B9CC-EC2B26F7207B}" type="presOf" srcId="{EB8E845F-8308-41BD-B049-333E7BFA5118}" destId="{B388B921-C164-4661-B872-EE0F80E3DCB9}" srcOrd="0" destOrd="0" presId="urn:microsoft.com/office/officeart/2005/8/layout/process4"/>
    <dgm:cxn modelId="{0D6F1067-012E-4ED6-BBFD-8C7AD18410F7}" srcId="{FABDE2AA-21D8-45A9-8742-7E3FEE29BE4A}" destId="{4123F5AD-9C68-44BF-8754-6174E51409A5}" srcOrd="1" destOrd="0" parTransId="{082A9C5C-5CF2-4ACA-80A5-7AD4D606B49E}" sibTransId="{B1EB1DCD-B152-4A9B-A063-70A64F726F20}"/>
    <dgm:cxn modelId="{2CFAE875-45D2-4D31-8F52-6C3409D9D3E3}" type="presOf" srcId="{DD1369AE-5700-4953-8DDF-3B7BE1A484DF}" destId="{559FAA44-EDED-4AE7-A69A-56059539CEBC}" srcOrd="0" destOrd="0" presId="urn:microsoft.com/office/officeart/2005/8/layout/process4"/>
    <dgm:cxn modelId="{05E5AA84-FAF9-4FBA-AA9E-56DD576A7F4C}" srcId="{4123F5AD-9C68-44BF-8754-6174E51409A5}" destId="{EB8E845F-8308-41BD-B049-333E7BFA5118}" srcOrd="0" destOrd="0" parTransId="{D5F1C089-EB23-44A6-A325-4F5162AE4F50}" sibTransId="{04BBD4C9-C16C-4857-AB5B-6C6BB0E6F828}"/>
    <dgm:cxn modelId="{BEC3B785-BD22-49DD-B8F5-B54B446732FD}" type="presOf" srcId="{8D5175E1-AC4E-4346-AC6C-6F1E94673E57}" destId="{94C09A33-4C83-4C1E-9C9E-3332FE775A91}" srcOrd="0" destOrd="0" presId="urn:microsoft.com/office/officeart/2005/8/layout/process4"/>
    <dgm:cxn modelId="{4EEBCF85-2AD9-4877-A1F9-B25D33684816}" type="presOf" srcId="{20257CCD-391F-4223-BBD9-9A92862BA20D}" destId="{4C31D9E2-8B49-47E3-BDD6-55CC9BE28864}" srcOrd="0" destOrd="0" presId="urn:microsoft.com/office/officeart/2005/8/layout/process4"/>
    <dgm:cxn modelId="{161BE58F-4136-45E3-8732-A983D48C9587}" srcId="{041DE977-FF70-4F84-BC3F-4D4A2B2DB368}" destId="{E3DB9168-A38C-490C-939F-712089AD9E43}" srcOrd="0" destOrd="0" parTransId="{FF196FC4-9524-41D4-A729-F02965FFCC69}" sibTransId="{6E6EC364-A7B1-43A1-B27A-94CED6C8DC0E}"/>
    <dgm:cxn modelId="{2041F895-6846-421F-A314-1AC133DA0D5C}" type="presOf" srcId="{E3DB9168-A38C-490C-939F-712089AD9E43}" destId="{6C3A3A4E-A10D-4CCA-AF45-E441D600ACA4}" srcOrd="0" destOrd="0" presId="urn:microsoft.com/office/officeart/2005/8/layout/process4"/>
    <dgm:cxn modelId="{B4A6AFBA-072A-4328-A4E1-E3A06826D2AF}" type="presOf" srcId="{867CF0CA-D16C-40A6-999B-A545E7FEC9E1}" destId="{026D2132-8601-4A77-B906-77FD5440BBD6}" srcOrd="0" destOrd="0" presId="urn:microsoft.com/office/officeart/2005/8/layout/process4"/>
    <dgm:cxn modelId="{469FDEC5-A145-413F-8671-CFBDB048E438}" type="presOf" srcId="{041DE977-FF70-4F84-BC3F-4D4A2B2DB368}" destId="{EA35960B-8A6B-463A-BC60-1B1FCA105424}" srcOrd="1" destOrd="0" presId="urn:microsoft.com/office/officeart/2005/8/layout/process4"/>
    <dgm:cxn modelId="{741BF5C5-0C3B-419C-A09A-BFD43FEF4567}" srcId="{FABDE2AA-21D8-45A9-8742-7E3FEE29BE4A}" destId="{041DE977-FF70-4F84-BC3F-4D4A2B2DB368}" srcOrd="0" destOrd="0" parTransId="{74604D7A-F90E-444F-AC22-26CF02AA0C76}" sibTransId="{7F99875B-875D-41FC-BDF4-738D5FB3E87E}"/>
    <dgm:cxn modelId="{EE404FD6-1994-4771-8C4E-AC81C69251E0}" type="presOf" srcId="{DF7799C5-1C3F-447C-80B0-9CA0772DA839}" destId="{AC17509D-8B98-4618-898D-4B69212360DD}" srcOrd="0" destOrd="0" presId="urn:microsoft.com/office/officeart/2005/8/layout/process4"/>
    <dgm:cxn modelId="{F97076DC-E177-4522-BD7A-16E564DCFF16}" type="presOf" srcId="{4123F5AD-9C68-44BF-8754-6174E51409A5}" destId="{40AB0B8E-41FB-4D73-97C6-936FEC633C6A}" srcOrd="1" destOrd="0" presId="urn:microsoft.com/office/officeart/2005/8/layout/process4"/>
    <dgm:cxn modelId="{250ACFE6-79B7-4534-8224-5811C9813936}" srcId="{4123F5AD-9C68-44BF-8754-6174E51409A5}" destId="{20257CCD-391F-4223-BBD9-9A92862BA20D}" srcOrd="1" destOrd="0" parTransId="{2CF38671-040C-4404-9EEE-6B540406FA8B}" sibTransId="{7AA226F3-101B-4087-B4C6-337D09070630}"/>
    <dgm:cxn modelId="{BE24A1F0-EFDD-4C99-8341-A0C0B669357D}" type="presOf" srcId="{041DE977-FF70-4F84-BC3F-4D4A2B2DB368}" destId="{692803EC-A247-4EBD-9F80-457C3EA53699}" srcOrd="0" destOrd="0" presId="urn:microsoft.com/office/officeart/2005/8/layout/process4"/>
    <dgm:cxn modelId="{D43649FD-8D84-4240-894A-9BEF64F3831E}" type="presOf" srcId="{4123F5AD-9C68-44BF-8754-6174E51409A5}" destId="{7B88F794-AD47-41DD-BFA9-CFF589D4DA5E}" srcOrd="0" destOrd="0" presId="urn:microsoft.com/office/officeart/2005/8/layout/process4"/>
    <dgm:cxn modelId="{38087DD3-1BF8-42AC-9E97-A23B37E2A92E}" type="presParOf" srcId="{2E339B69-FE2B-4827-9E65-65BBD5028BB0}" destId="{6F8390FA-73CF-4E26-97E8-604CE07CE019}" srcOrd="0" destOrd="0" presId="urn:microsoft.com/office/officeart/2005/8/layout/process4"/>
    <dgm:cxn modelId="{751D2E26-6A0D-45A2-943A-F428CEFFE7E0}" type="presParOf" srcId="{6F8390FA-73CF-4E26-97E8-604CE07CE019}" destId="{AC17509D-8B98-4618-898D-4B69212360DD}" srcOrd="0" destOrd="0" presId="urn:microsoft.com/office/officeart/2005/8/layout/process4"/>
    <dgm:cxn modelId="{E5FB40C0-4F40-404C-AAC9-68C1DCF067E6}" type="presParOf" srcId="{6F8390FA-73CF-4E26-97E8-604CE07CE019}" destId="{C188F41A-A411-457D-ADC8-0FAFE840AD98}" srcOrd="1" destOrd="0" presId="urn:microsoft.com/office/officeart/2005/8/layout/process4"/>
    <dgm:cxn modelId="{5465D987-08FE-43CC-A117-5193EE857760}" type="presParOf" srcId="{6F8390FA-73CF-4E26-97E8-604CE07CE019}" destId="{D65FE2A0-F8B6-4DF9-B880-0B8437975EA9}" srcOrd="2" destOrd="0" presId="urn:microsoft.com/office/officeart/2005/8/layout/process4"/>
    <dgm:cxn modelId="{3FEE115F-6A10-4BEC-9F2B-3C004C242D37}" type="presParOf" srcId="{D65FE2A0-F8B6-4DF9-B880-0B8437975EA9}" destId="{94C09A33-4C83-4C1E-9C9E-3332FE775A91}" srcOrd="0" destOrd="0" presId="urn:microsoft.com/office/officeart/2005/8/layout/process4"/>
    <dgm:cxn modelId="{D392F234-A1A5-4CF0-902F-2AF7C9FDAB8C}" type="presParOf" srcId="{D65FE2A0-F8B6-4DF9-B880-0B8437975EA9}" destId="{026D2132-8601-4A77-B906-77FD5440BBD6}" srcOrd="1" destOrd="0" presId="urn:microsoft.com/office/officeart/2005/8/layout/process4"/>
    <dgm:cxn modelId="{2204C549-03B2-45DD-B3A2-A2B1F6B378A2}" type="presParOf" srcId="{2E339B69-FE2B-4827-9E65-65BBD5028BB0}" destId="{13596272-70E6-4908-93B8-2B729C4E89D6}" srcOrd="1" destOrd="0" presId="urn:microsoft.com/office/officeart/2005/8/layout/process4"/>
    <dgm:cxn modelId="{A30AC866-D464-48C9-88B5-954B3F2A6838}" type="presParOf" srcId="{2E339B69-FE2B-4827-9E65-65BBD5028BB0}" destId="{3097A277-BF08-498C-A37E-E27024EE9731}" srcOrd="2" destOrd="0" presId="urn:microsoft.com/office/officeart/2005/8/layout/process4"/>
    <dgm:cxn modelId="{FCBBA9F6-F84B-49B7-8B0C-7F8C8E82E51C}" type="presParOf" srcId="{3097A277-BF08-498C-A37E-E27024EE9731}" destId="{7B88F794-AD47-41DD-BFA9-CFF589D4DA5E}" srcOrd="0" destOrd="0" presId="urn:microsoft.com/office/officeart/2005/8/layout/process4"/>
    <dgm:cxn modelId="{BE1F91AF-4120-4FE8-A3F6-8864A630E5F2}" type="presParOf" srcId="{3097A277-BF08-498C-A37E-E27024EE9731}" destId="{40AB0B8E-41FB-4D73-97C6-936FEC633C6A}" srcOrd="1" destOrd="0" presId="urn:microsoft.com/office/officeart/2005/8/layout/process4"/>
    <dgm:cxn modelId="{0F9CDA36-70F0-432B-AE63-8B55EF835B75}" type="presParOf" srcId="{3097A277-BF08-498C-A37E-E27024EE9731}" destId="{892928CD-2E39-4CEC-A4B3-483606D20D49}" srcOrd="2" destOrd="0" presId="urn:microsoft.com/office/officeart/2005/8/layout/process4"/>
    <dgm:cxn modelId="{7B6D3AD2-2921-49DC-B18B-AEBA7823DC1A}" type="presParOf" srcId="{892928CD-2E39-4CEC-A4B3-483606D20D49}" destId="{B388B921-C164-4661-B872-EE0F80E3DCB9}" srcOrd="0" destOrd="0" presId="urn:microsoft.com/office/officeart/2005/8/layout/process4"/>
    <dgm:cxn modelId="{8E1885D8-3A95-4D82-9270-5B02421B01FA}" type="presParOf" srcId="{892928CD-2E39-4CEC-A4B3-483606D20D49}" destId="{4C31D9E2-8B49-47E3-BDD6-55CC9BE28864}" srcOrd="1" destOrd="0" presId="urn:microsoft.com/office/officeart/2005/8/layout/process4"/>
    <dgm:cxn modelId="{1AC96C51-82CE-43AB-807A-B3B71AEBD4C0}" type="presParOf" srcId="{2E339B69-FE2B-4827-9E65-65BBD5028BB0}" destId="{B2B68B33-4E02-4917-9DB7-89744E12C05D}" srcOrd="3" destOrd="0" presId="urn:microsoft.com/office/officeart/2005/8/layout/process4"/>
    <dgm:cxn modelId="{C5AE5640-FD9C-4C13-B635-771FF3822F37}" type="presParOf" srcId="{2E339B69-FE2B-4827-9E65-65BBD5028BB0}" destId="{E4E2AD6E-2884-4B49-8C45-B64ABC446D1A}" srcOrd="4" destOrd="0" presId="urn:microsoft.com/office/officeart/2005/8/layout/process4"/>
    <dgm:cxn modelId="{5FC1CBAA-1238-45B1-9212-44A449451B89}" type="presParOf" srcId="{E4E2AD6E-2884-4B49-8C45-B64ABC446D1A}" destId="{692803EC-A247-4EBD-9F80-457C3EA53699}" srcOrd="0" destOrd="0" presId="urn:microsoft.com/office/officeart/2005/8/layout/process4"/>
    <dgm:cxn modelId="{4834E3FD-3871-4DDB-ACE2-9EBB606C833B}" type="presParOf" srcId="{E4E2AD6E-2884-4B49-8C45-B64ABC446D1A}" destId="{EA35960B-8A6B-463A-BC60-1B1FCA105424}" srcOrd="1" destOrd="0" presId="urn:microsoft.com/office/officeart/2005/8/layout/process4"/>
    <dgm:cxn modelId="{2F654582-C70F-490B-8AFB-449652D3C2DD}" type="presParOf" srcId="{E4E2AD6E-2884-4B49-8C45-B64ABC446D1A}" destId="{1A62E6D4-8AB7-4158-B660-612EDD784560}" srcOrd="2" destOrd="0" presId="urn:microsoft.com/office/officeart/2005/8/layout/process4"/>
    <dgm:cxn modelId="{8C858E0E-03BA-4E6D-8E70-37A3F33751B5}" type="presParOf" srcId="{1A62E6D4-8AB7-4158-B660-612EDD784560}" destId="{6C3A3A4E-A10D-4CCA-AF45-E441D600ACA4}" srcOrd="0" destOrd="0" presId="urn:microsoft.com/office/officeart/2005/8/layout/process4"/>
    <dgm:cxn modelId="{7B0539EF-C61D-4716-BBEA-193229A3854E}" type="presParOf" srcId="{1A62E6D4-8AB7-4158-B660-612EDD784560}" destId="{559FAA44-EDED-4AE7-A69A-56059539CEBC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34CCDFA-4D65-4D0E-87E9-F528D685CC25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56AC814-E151-4F29-B0BE-7DE6AF32B8FA}">
      <dgm:prSet phldrT="[Text]" phldr="0"/>
      <dgm:spPr/>
      <dgm:t>
        <a:bodyPr/>
        <a:lstStyle/>
        <a:p>
          <a:r>
            <a:rPr lang="en-US" dirty="0"/>
            <a:t>CODE</a:t>
          </a:r>
          <a:endParaRPr lang="en-IN" dirty="0"/>
        </a:p>
      </dgm:t>
    </dgm:pt>
    <dgm:pt modelId="{B2298BD1-9ECD-4183-BF8C-4E1C05489944}" type="parTrans" cxnId="{4E91FDB5-9710-4A05-BD30-843E37387B87}">
      <dgm:prSet/>
      <dgm:spPr/>
      <dgm:t>
        <a:bodyPr/>
        <a:lstStyle/>
        <a:p>
          <a:endParaRPr lang="en-IN"/>
        </a:p>
      </dgm:t>
    </dgm:pt>
    <dgm:pt modelId="{8A5A5D32-B20B-49DB-977A-B63797B1FF6E}" type="sibTrans" cxnId="{4E91FDB5-9710-4A05-BD30-843E37387B87}">
      <dgm:prSet/>
      <dgm:spPr/>
      <dgm:t>
        <a:bodyPr/>
        <a:lstStyle/>
        <a:p>
          <a:endParaRPr lang="en-IN"/>
        </a:p>
      </dgm:t>
    </dgm:pt>
    <dgm:pt modelId="{01D12E09-C2DC-4405-B4A9-F8AF019B1A7D}">
      <dgm:prSet phldrT="[Text]" phldr="0"/>
      <dgm:spPr/>
      <dgm:t>
        <a:bodyPr/>
        <a:lstStyle/>
        <a:p>
          <a:r>
            <a:rPr lang="en-US" dirty="0"/>
            <a:t>1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. 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/>
            </a:rPr>
            <a:t>Exploratory Data Analysis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B789D8-8BBE-4338-86C5-CAD4336F1DDD}" type="parTrans" cxnId="{2A4D2AD5-789E-49D5-AB90-255F33C6579E}">
      <dgm:prSet/>
      <dgm:spPr/>
      <dgm:t>
        <a:bodyPr/>
        <a:lstStyle/>
        <a:p>
          <a:endParaRPr lang="en-IN"/>
        </a:p>
      </dgm:t>
    </dgm:pt>
    <dgm:pt modelId="{C36239A8-6A27-47A5-A9CA-9F24483C697D}" type="sibTrans" cxnId="{2A4D2AD5-789E-49D5-AB90-255F33C6579E}">
      <dgm:prSet/>
      <dgm:spPr/>
      <dgm:t>
        <a:bodyPr/>
        <a:lstStyle/>
        <a:p>
          <a:endParaRPr lang="en-IN"/>
        </a:p>
      </dgm:t>
    </dgm:pt>
    <dgm:pt modelId="{624479C5-B3D1-45D4-BAD9-0C7D260B90E4}">
      <dgm:prSet phldrT="[Text]" phldr="0"/>
      <dgm:spPr/>
      <dgm:t>
        <a:bodyPr/>
        <a:lstStyle/>
        <a:p>
          <a:r>
            <a:rPr lang="en-US" dirty="0"/>
            <a:t>2. 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2"/>
            </a:rPr>
            <a:t>Dashboard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A629F9-46B0-4686-91CD-8F7EE02CD78E}" type="parTrans" cxnId="{FB3AFF42-724F-45C9-B5F3-A2BF68288B44}">
      <dgm:prSet/>
      <dgm:spPr/>
      <dgm:t>
        <a:bodyPr/>
        <a:lstStyle/>
        <a:p>
          <a:endParaRPr lang="en-IN"/>
        </a:p>
      </dgm:t>
    </dgm:pt>
    <dgm:pt modelId="{23D3DFCE-68CA-4E14-9A88-0A7355A044DE}" type="sibTrans" cxnId="{FB3AFF42-724F-45C9-B5F3-A2BF68288B44}">
      <dgm:prSet/>
      <dgm:spPr/>
      <dgm:t>
        <a:bodyPr/>
        <a:lstStyle/>
        <a:p>
          <a:endParaRPr lang="en-IN"/>
        </a:p>
      </dgm:t>
    </dgm:pt>
    <dgm:pt modelId="{ED004507-3B62-4581-B1F5-2C6ED98881C7}" type="pres">
      <dgm:prSet presAssocID="{734CCDFA-4D65-4D0E-87E9-F528D685CC2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433CA14-8076-41F9-B2B8-E49443E64A24}" type="pres">
      <dgm:prSet presAssocID="{856AC814-E151-4F29-B0BE-7DE6AF32B8FA}" presName="centerShape" presStyleLbl="node0" presStyleIdx="0" presStyleCnt="1"/>
      <dgm:spPr/>
    </dgm:pt>
    <dgm:pt modelId="{616118EC-7851-44E6-A36E-D50AF9B2FB67}" type="pres">
      <dgm:prSet presAssocID="{0FB789D8-8BBE-4338-86C5-CAD4336F1DDD}" presName="parTrans" presStyleLbl="bgSibTrans2D1" presStyleIdx="0" presStyleCnt="2"/>
      <dgm:spPr/>
    </dgm:pt>
    <dgm:pt modelId="{88ABBC9B-AF41-4B5D-B9B1-69A5DF047040}" type="pres">
      <dgm:prSet presAssocID="{01D12E09-C2DC-4405-B4A9-F8AF019B1A7D}" presName="node" presStyleLbl="node1" presStyleIdx="0" presStyleCnt="2">
        <dgm:presLayoutVars>
          <dgm:bulletEnabled val="1"/>
        </dgm:presLayoutVars>
      </dgm:prSet>
      <dgm:spPr/>
    </dgm:pt>
    <dgm:pt modelId="{F6488401-CEBC-4490-81A6-1CFFBFC33682}" type="pres">
      <dgm:prSet presAssocID="{37A629F9-46B0-4686-91CD-8F7EE02CD78E}" presName="parTrans" presStyleLbl="bgSibTrans2D1" presStyleIdx="1" presStyleCnt="2"/>
      <dgm:spPr/>
    </dgm:pt>
    <dgm:pt modelId="{8CBC44CB-AA12-4404-88F9-A6C7915CAE2F}" type="pres">
      <dgm:prSet presAssocID="{624479C5-B3D1-45D4-BAD9-0C7D260B90E4}" presName="node" presStyleLbl="node1" presStyleIdx="1" presStyleCnt="2">
        <dgm:presLayoutVars>
          <dgm:bulletEnabled val="1"/>
        </dgm:presLayoutVars>
      </dgm:prSet>
      <dgm:spPr/>
    </dgm:pt>
  </dgm:ptLst>
  <dgm:cxnLst>
    <dgm:cxn modelId="{1EE3932C-61C7-4644-ACAB-101B6CD57C3C}" type="presOf" srcId="{37A629F9-46B0-4686-91CD-8F7EE02CD78E}" destId="{F6488401-CEBC-4490-81A6-1CFFBFC33682}" srcOrd="0" destOrd="0" presId="urn:microsoft.com/office/officeart/2005/8/layout/radial4"/>
    <dgm:cxn modelId="{54607F3C-827D-4EE2-B04C-1E1E7DB04A83}" type="presOf" srcId="{624479C5-B3D1-45D4-BAD9-0C7D260B90E4}" destId="{8CBC44CB-AA12-4404-88F9-A6C7915CAE2F}" srcOrd="0" destOrd="0" presId="urn:microsoft.com/office/officeart/2005/8/layout/radial4"/>
    <dgm:cxn modelId="{FB3AFF42-724F-45C9-B5F3-A2BF68288B44}" srcId="{856AC814-E151-4F29-B0BE-7DE6AF32B8FA}" destId="{624479C5-B3D1-45D4-BAD9-0C7D260B90E4}" srcOrd="1" destOrd="0" parTransId="{37A629F9-46B0-4686-91CD-8F7EE02CD78E}" sibTransId="{23D3DFCE-68CA-4E14-9A88-0A7355A044DE}"/>
    <dgm:cxn modelId="{330C9865-C9E1-40AD-A311-83F7BE52C59A}" type="presOf" srcId="{734CCDFA-4D65-4D0E-87E9-F528D685CC25}" destId="{ED004507-3B62-4581-B1F5-2C6ED98881C7}" srcOrd="0" destOrd="0" presId="urn:microsoft.com/office/officeart/2005/8/layout/radial4"/>
    <dgm:cxn modelId="{8444EB9C-2AB6-4EFD-9E6C-B3A1CF528278}" type="presOf" srcId="{0FB789D8-8BBE-4338-86C5-CAD4336F1DDD}" destId="{616118EC-7851-44E6-A36E-D50AF9B2FB67}" srcOrd="0" destOrd="0" presId="urn:microsoft.com/office/officeart/2005/8/layout/radial4"/>
    <dgm:cxn modelId="{467CFBB4-D2FE-4D3F-B35D-E528FAD28802}" type="presOf" srcId="{01D12E09-C2DC-4405-B4A9-F8AF019B1A7D}" destId="{88ABBC9B-AF41-4B5D-B9B1-69A5DF047040}" srcOrd="0" destOrd="0" presId="urn:microsoft.com/office/officeart/2005/8/layout/radial4"/>
    <dgm:cxn modelId="{4E91FDB5-9710-4A05-BD30-843E37387B87}" srcId="{734CCDFA-4D65-4D0E-87E9-F528D685CC25}" destId="{856AC814-E151-4F29-B0BE-7DE6AF32B8FA}" srcOrd="0" destOrd="0" parTransId="{B2298BD1-9ECD-4183-BF8C-4E1C05489944}" sibTransId="{8A5A5D32-B20B-49DB-977A-B63797B1FF6E}"/>
    <dgm:cxn modelId="{2A4D2AD5-789E-49D5-AB90-255F33C6579E}" srcId="{856AC814-E151-4F29-B0BE-7DE6AF32B8FA}" destId="{01D12E09-C2DC-4405-B4A9-F8AF019B1A7D}" srcOrd="0" destOrd="0" parTransId="{0FB789D8-8BBE-4338-86C5-CAD4336F1DDD}" sibTransId="{C36239A8-6A27-47A5-A9CA-9F24483C697D}"/>
    <dgm:cxn modelId="{8C43CAF6-FE83-4548-A466-A23A33FB9961}" type="presOf" srcId="{856AC814-E151-4F29-B0BE-7DE6AF32B8FA}" destId="{4433CA14-8076-41F9-B2B8-E49443E64A24}" srcOrd="0" destOrd="0" presId="urn:microsoft.com/office/officeart/2005/8/layout/radial4"/>
    <dgm:cxn modelId="{E2CC2D9E-539A-4C80-B51F-0F319C71688B}" type="presParOf" srcId="{ED004507-3B62-4581-B1F5-2C6ED98881C7}" destId="{4433CA14-8076-41F9-B2B8-E49443E64A24}" srcOrd="0" destOrd="0" presId="urn:microsoft.com/office/officeart/2005/8/layout/radial4"/>
    <dgm:cxn modelId="{9FD69736-8D18-4593-8AC3-5BEE17CB6FAB}" type="presParOf" srcId="{ED004507-3B62-4581-B1F5-2C6ED98881C7}" destId="{616118EC-7851-44E6-A36E-D50AF9B2FB67}" srcOrd="1" destOrd="0" presId="urn:microsoft.com/office/officeart/2005/8/layout/radial4"/>
    <dgm:cxn modelId="{0189670F-61E1-4277-AFCF-1BF12E42C9D7}" type="presParOf" srcId="{ED004507-3B62-4581-B1F5-2C6ED98881C7}" destId="{88ABBC9B-AF41-4B5D-B9B1-69A5DF047040}" srcOrd="2" destOrd="0" presId="urn:microsoft.com/office/officeart/2005/8/layout/radial4"/>
    <dgm:cxn modelId="{F68AC866-13B9-43BB-B00D-9908EC044E58}" type="presParOf" srcId="{ED004507-3B62-4581-B1F5-2C6ED98881C7}" destId="{F6488401-CEBC-4490-81A6-1CFFBFC33682}" srcOrd="3" destOrd="0" presId="urn:microsoft.com/office/officeart/2005/8/layout/radial4"/>
    <dgm:cxn modelId="{832B54FC-C6BD-4850-BA0F-05CBD9053200}" type="presParOf" srcId="{ED004507-3B62-4581-B1F5-2C6ED98881C7}" destId="{8CBC44CB-AA12-4404-88F9-A6C7915CAE2F}" srcOrd="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34CCDFA-4D65-4D0E-87E9-F528D685CC25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56AC814-E151-4F29-B0BE-7DE6AF32B8FA}">
      <dgm:prSet phldrT="[Text]" phldr="0" custT="1"/>
      <dgm:spPr/>
      <dgm:t>
        <a:bodyPr/>
        <a:lstStyle/>
        <a:p>
          <a:r>
            <a:rPr lang="en-US" sz="2400" dirty="0"/>
            <a:t>CODE</a:t>
          </a:r>
          <a:endParaRPr lang="en-IN" sz="2400" dirty="0"/>
        </a:p>
      </dgm:t>
    </dgm:pt>
    <dgm:pt modelId="{B2298BD1-9ECD-4183-BF8C-4E1C05489944}" type="parTrans" cxnId="{4E91FDB5-9710-4A05-BD30-843E37387B87}">
      <dgm:prSet/>
      <dgm:spPr/>
      <dgm:t>
        <a:bodyPr/>
        <a:lstStyle/>
        <a:p>
          <a:endParaRPr lang="en-IN" sz="2400"/>
        </a:p>
      </dgm:t>
    </dgm:pt>
    <dgm:pt modelId="{8A5A5D32-B20B-49DB-977A-B63797B1FF6E}" type="sibTrans" cxnId="{4E91FDB5-9710-4A05-BD30-843E37387B87}">
      <dgm:prSet/>
      <dgm:spPr/>
      <dgm:t>
        <a:bodyPr/>
        <a:lstStyle/>
        <a:p>
          <a:endParaRPr lang="en-IN" sz="2400"/>
        </a:p>
      </dgm:t>
    </dgm:pt>
    <dgm:pt modelId="{01D12E09-C2DC-4405-B4A9-F8AF019B1A7D}">
      <dgm:prSet phldrT="[Text]" phldr="0" custT="1"/>
      <dgm:spPr/>
      <dgm:t>
        <a:bodyPr/>
        <a:lstStyle/>
        <a:p>
          <a:r>
            <a:rPr lang="en-US" sz="2400" dirty="0"/>
            <a:t>1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.  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/>
            </a:rPr>
            <a:t>Exploratory Data Analysis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B789D8-8BBE-4338-86C5-CAD4336F1DDD}" type="parTrans" cxnId="{2A4D2AD5-789E-49D5-AB90-255F33C6579E}">
      <dgm:prSet/>
      <dgm:spPr/>
      <dgm:t>
        <a:bodyPr/>
        <a:lstStyle/>
        <a:p>
          <a:endParaRPr lang="en-IN" sz="2400"/>
        </a:p>
      </dgm:t>
    </dgm:pt>
    <dgm:pt modelId="{C36239A8-6A27-47A5-A9CA-9F24483C697D}" type="sibTrans" cxnId="{2A4D2AD5-789E-49D5-AB90-255F33C6579E}">
      <dgm:prSet/>
      <dgm:spPr/>
      <dgm:t>
        <a:bodyPr/>
        <a:lstStyle/>
        <a:p>
          <a:endParaRPr lang="en-IN" sz="2400"/>
        </a:p>
      </dgm:t>
    </dgm:pt>
    <dgm:pt modelId="{624479C5-B3D1-45D4-BAD9-0C7D260B90E4}">
      <dgm:prSet phldrT="[Text]" phldr="0" custT="1"/>
      <dgm:spPr/>
      <dgm:t>
        <a:bodyPr/>
        <a:lstStyle/>
        <a:p>
          <a:r>
            <a:rPr lang="en-US" sz="2400" dirty="0"/>
            <a:t>2. 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2"/>
            </a:rPr>
            <a:t>Feature Engineering 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A629F9-46B0-4686-91CD-8F7EE02CD78E}" type="parTrans" cxnId="{FB3AFF42-724F-45C9-B5F3-A2BF68288B44}">
      <dgm:prSet/>
      <dgm:spPr/>
      <dgm:t>
        <a:bodyPr/>
        <a:lstStyle/>
        <a:p>
          <a:endParaRPr lang="en-IN" sz="2400"/>
        </a:p>
      </dgm:t>
    </dgm:pt>
    <dgm:pt modelId="{23D3DFCE-68CA-4E14-9A88-0A7355A044DE}" type="sibTrans" cxnId="{FB3AFF42-724F-45C9-B5F3-A2BF68288B44}">
      <dgm:prSet/>
      <dgm:spPr/>
      <dgm:t>
        <a:bodyPr/>
        <a:lstStyle/>
        <a:p>
          <a:endParaRPr lang="en-IN" sz="2400"/>
        </a:p>
      </dgm:t>
    </dgm:pt>
    <dgm:pt modelId="{288DF1B4-640F-4411-AF49-24CF9733BB81}">
      <dgm:prSet phldrT="[Text]" phldr="0" custT="1"/>
      <dgm:spPr/>
      <dgm:t>
        <a:bodyPr/>
        <a:lstStyle/>
        <a:p>
          <a:r>
            <a:rPr lang="en-US" sz="2400" dirty="0"/>
            <a:t>3. 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3"/>
            </a:rPr>
            <a:t>Predictive Modeling 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824385-69A1-47AF-9847-657174C8C3E2}" type="parTrans" cxnId="{73DC0CAC-5452-4547-8D38-BFF9F2091E1F}">
      <dgm:prSet/>
      <dgm:spPr/>
      <dgm:t>
        <a:bodyPr/>
        <a:lstStyle/>
        <a:p>
          <a:endParaRPr lang="en-IN" sz="2400"/>
        </a:p>
      </dgm:t>
    </dgm:pt>
    <dgm:pt modelId="{AEB34C00-4551-4004-90AB-D140210CA1D8}" type="sibTrans" cxnId="{73DC0CAC-5452-4547-8D38-BFF9F2091E1F}">
      <dgm:prSet/>
      <dgm:spPr/>
      <dgm:t>
        <a:bodyPr/>
        <a:lstStyle/>
        <a:p>
          <a:endParaRPr lang="en-IN" sz="2400"/>
        </a:p>
      </dgm:t>
    </dgm:pt>
    <dgm:pt modelId="{C4289617-B5D1-4BF8-857A-D305A9884D77}">
      <dgm:prSet phldrT="[Text]" phldr="0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4. 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4"/>
            </a:rPr>
            <a:t>Streamlit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5E13D5-7004-436E-B761-DF5039421CB5}" type="parTrans" cxnId="{36AC11D0-C954-411B-BE2D-DBD6D300FE64}">
      <dgm:prSet/>
      <dgm:spPr/>
      <dgm:t>
        <a:bodyPr/>
        <a:lstStyle/>
        <a:p>
          <a:endParaRPr lang="en-IN" sz="2400"/>
        </a:p>
      </dgm:t>
    </dgm:pt>
    <dgm:pt modelId="{9C956F5B-CB97-4FBE-A1F5-CA1218DB16E2}" type="sibTrans" cxnId="{36AC11D0-C954-411B-BE2D-DBD6D300FE64}">
      <dgm:prSet/>
      <dgm:spPr/>
      <dgm:t>
        <a:bodyPr/>
        <a:lstStyle/>
        <a:p>
          <a:endParaRPr lang="en-IN" sz="2400"/>
        </a:p>
      </dgm:t>
    </dgm:pt>
    <dgm:pt modelId="{08541C5C-D303-452D-9D9B-B5B32D4C850F}" type="pres">
      <dgm:prSet presAssocID="{734CCDFA-4D65-4D0E-87E9-F528D685CC25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2E5E544-F5A6-4234-B7FF-98202571A59D}" type="pres">
      <dgm:prSet presAssocID="{734CCDFA-4D65-4D0E-87E9-F528D685CC25}" presName="matrix" presStyleCnt="0"/>
      <dgm:spPr/>
    </dgm:pt>
    <dgm:pt modelId="{9C3A692B-6F23-45EF-8E21-A72DBABAE157}" type="pres">
      <dgm:prSet presAssocID="{734CCDFA-4D65-4D0E-87E9-F528D685CC25}" presName="tile1" presStyleLbl="node1" presStyleIdx="0" presStyleCnt="4"/>
      <dgm:spPr/>
    </dgm:pt>
    <dgm:pt modelId="{0F271C6E-2602-47AD-AA48-B01DC4AE4EA1}" type="pres">
      <dgm:prSet presAssocID="{734CCDFA-4D65-4D0E-87E9-F528D685CC25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7BCE7CE-0DAC-4665-B669-8AAD0DE03A7F}" type="pres">
      <dgm:prSet presAssocID="{734CCDFA-4D65-4D0E-87E9-F528D685CC25}" presName="tile2" presStyleLbl="node1" presStyleIdx="1" presStyleCnt="4" custLinFactNeighborY="-2639"/>
      <dgm:spPr/>
    </dgm:pt>
    <dgm:pt modelId="{7BC07D42-B442-48E4-A7B0-F2729C2B5271}" type="pres">
      <dgm:prSet presAssocID="{734CCDFA-4D65-4D0E-87E9-F528D685CC25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4EE5831-F960-462B-BE45-26F19A00148D}" type="pres">
      <dgm:prSet presAssocID="{734CCDFA-4D65-4D0E-87E9-F528D685CC25}" presName="tile3" presStyleLbl="node1" presStyleIdx="2" presStyleCnt="4"/>
      <dgm:spPr/>
    </dgm:pt>
    <dgm:pt modelId="{24FDD4CA-7753-40A3-8A7F-CAE49EE2610C}" type="pres">
      <dgm:prSet presAssocID="{734CCDFA-4D65-4D0E-87E9-F528D685CC25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FD550EA-FF20-4570-9548-B573085ED8E4}" type="pres">
      <dgm:prSet presAssocID="{734CCDFA-4D65-4D0E-87E9-F528D685CC25}" presName="tile4" presStyleLbl="node1" presStyleIdx="3" presStyleCnt="4"/>
      <dgm:spPr/>
    </dgm:pt>
    <dgm:pt modelId="{9D405425-02EE-4D17-A9CE-5B44BC330D0A}" type="pres">
      <dgm:prSet presAssocID="{734CCDFA-4D65-4D0E-87E9-F528D685CC25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4E36B501-03F6-4A53-BF15-329C8B5E2960}" type="pres">
      <dgm:prSet presAssocID="{734CCDFA-4D65-4D0E-87E9-F528D685CC25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222F2E26-1B57-4B5F-B556-3B6A4C03CFE2}" type="presOf" srcId="{C4289617-B5D1-4BF8-857A-D305A9884D77}" destId="{9D405425-02EE-4D17-A9CE-5B44BC330D0A}" srcOrd="1" destOrd="0" presId="urn:microsoft.com/office/officeart/2005/8/layout/matrix1"/>
    <dgm:cxn modelId="{FB3AFF42-724F-45C9-B5F3-A2BF68288B44}" srcId="{856AC814-E151-4F29-B0BE-7DE6AF32B8FA}" destId="{624479C5-B3D1-45D4-BAD9-0C7D260B90E4}" srcOrd="1" destOrd="0" parTransId="{37A629F9-46B0-4686-91CD-8F7EE02CD78E}" sibTransId="{23D3DFCE-68CA-4E14-9A88-0A7355A044DE}"/>
    <dgm:cxn modelId="{21C1CA67-8C7F-473A-BC62-91837DAF7B55}" type="presOf" srcId="{734CCDFA-4D65-4D0E-87E9-F528D685CC25}" destId="{08541C5C-D303-452D-9D9B-B5B32D4C850F}" srcOrd="0" destOrd="0" presId="urn:microsoft.com/office/officeart/2005/8/layout/matrix1"/>
    <dgm:cxn modelId="{BDAEE548-E21E-42E9-8AB2-7B97214774D0}" type="presOf" srcId="{01D12E09-C2DC-4405-B4A9-F8AF019B1A7D}" destId="{9C3A692B-6F23-45EF-8E21-A72DBABAE157}" srcOrd="0" destOrd="0" presId="urn:microsoft.com/office/officeart/2005/8/layout/matrix1"/>
    <dgm:cxn modelId="{24815A4C-A141-4FF7-B9BB-B6F903CF2D94}" type="presOf" srcId="{01D12E09-C2DC-4405-B4A9-F8AF019B1A7D}" destId="{0F271C6E-2602-47AD-AA48-B01DC4AE4EA1}" srcOrd="1" destOrd="0" presId="urn:microsoft.com/office/officeart/2005/8/layout/matrix1"/>
    <dgm:cxn modelId="{B31C2687-70F9-445A-AE11-950110CEB58E}" type="presOf" srcId="{856AC814-E151-4F29-B0BE-7DE6AF32B8FA}" destId="{4E36B501-03F6-4A53-BF15-329C8B5E2960}" srcOrd="0" destOrd="0" presId="urn:microsoft.com/office/officeart/2005/8/layout/matrix1"/>
    <dgm:cxn modelId="{B873B68D-EB9E-436C-8306-F4729916BF38}" type="presOf" srcId="{624479C5-B3D1-45D4-BAD9-0C7D260B90E4}" destId="{7BC07D42-B442-48E4-A7B0-F2729C2B5271}" srcOrd="1" destOrd="0" presId="urn:microsoft.com/office/officeart/2005/8/layout/matrix1"/>
    <dgm:cxn modelId="{51FA9FA7-6DC8-40D5-9F41-12F33A0F1431}" type="presOf" srcId="{288DF1B4-640F-4411-AF49-24CF9733BB81}" destId="{D4EE5831-F960-462B-BE45-26F19A00148D}" srcOrd="0" destOrd="0" presId="urn:microsoft.com/office/officeart/2005/8/layout/matrix1"/>
    <dgm:cxn modelId="{73DC0CAC-5452-4547-8D38-BFF9F2091E1F}" srcId="{856AC814-E151-4F29-B0BE-7DE6AF32B8FA}" destId="{288DF1B4-640F-4411-AF49-24CF9733BB81}" srcOrd="2" destOrd="0" parTransId="{7D824385-69A1-47AF-9847-657174C8C3E2}" sibTransId="{AEB34C00-4551-4004-90AB-D140210CA1D8}"/>
    <dgm:cxn modelId="{0C3096B1-26BC-4BC9-9AF6-3D869648F794}" type="presOf" srcId="{C4289617-B5D1-4BF8-857A-D305A9884D77}" destId="{EFD550EA-FF20-4570-9548-B573085ED8E4}" srcOrd="0" destOrd="0" presId="urn:microsoft.com/office/officeart/2005/8/layout/matrix1"/>
    <dgm:cxn modelId="{4E91FDB5-9710-4A05-BD30-843E37387B87}" srcId="{734CCDFA-4D65-4D0E-87E9-F528D685CC25}" destId="{856AC814-E151-4F29-B0BE-7DE6AF32B8FA}" srcOrd="0" destOrd="0" parTransId="{B2298BD1-9ECD-4183-BF8C-4E1C05489944}" sibTransId="{8A5A5D32-B20B-49DB-977A-B63797B1FF6E}"/>
    <dgm:cxn modelId="{072E8BC5-FE6A-48EF-875D-DCCD2332BE5F}" type="presOf" srcId="{288DF1B4-640F-4411-AF49-24CF9733BB81}" destId="{24FDD4CA-7753-40A3-8A7F-CAE49EE2610C}" srcOrd="1" destOrd="0" presId="urn:microsoft.com/office/officeart/2005/8/layout/matrix1"/>
    <dgm:cxn modelId="{DB6E67CE-A562-45FA-B515-8871D3E1F826}" type="presOf" srcId="{624479C5-B3D1-45D4-BAD9-0C7D260B90E4}" destId="{E7BCE7CE-0DAC-4665-B669-8AAD0DE03A7F}" srcOrd="0" destOrd="0" presId="urn:microsoft.com/office/officeart/2005/8/layout/matrix1"/>
    <dgm:cxn modelId="{36AC11D0-C954-411B-BE2D-DBD6D300FE64}" srcId="{856AC814-E151-4F29-B0BE-7DE6AF32B8FA}" destId="{C4289617-B5D1-4BF8-857A-D305A9884D77}" srcOrd="3" destOrd="0" parTransId="{E85E13D5-7004-436E-B761-DF5039421CB5}" sibTransId="{9C956F5B-CB97-4FBE-A1F5-CA1218DB16E2}"/>
    <dgm:cxn modelId="{2A4D2AD5-789E-49D5-AB90-255F33C6579E}" srcId="{856AC814-E151-4F29-B0BE-7DE6AF32B8FA}" destId="{01D12E09-C2DC-4405-B4A9-F8AF019B1A7D}" srcOrd="0" destOrd="0" parTransId="{0FB789D8-8BBE-4338-86C5-CAD4336F1DDD}" sibTransId="{C36239A8-6A27-47A5-A9CA-9F24483C697D}"/>
    <dgm:cxn modelId="{9FC93272-7DF8-4BEC-9EF3-B02DC703E4C3}" type="presParOf" srcId="{08541C5C-D303-452D-9D9B-B5B32D4C850F}" destId="{E2E5E544-F5A6-4234-B7FF-98202571A59D}" srcOrd="0" destOrd="0" presId="urn:microsoft.com/office/officeart/2005/8/layout/matrix1"/>
    <dgm:cxn modelId="{B4AA3862-BC98-4E6E-9E85-77F40F18366D}" type="presParOf" srcId="{E2E5E544-F5A6-4234-B7FF-98202571A59D}" destId="{9C3A692B-6F23-45EF-8E21-A72DBABAE157}" srcOrd="0" destOrd="0" presId="urn:microsoft.com/office/officeart/2005/8/layout/matrix1"/>
    <dgm:cxn modelId="{8F709A25-4DAE-4AC1-98A9-C40C57FB78F1}" type="presParOf" srcId="{E2E5E544-F5A6-4234-B7FF-98202571A59D}" destId="{0F271C6E-2602-47AD-AA48-B01DC4AE4EA1}" srcOrd="1" destOrd="0" presId="urn:microsoft.com/office/officeart/2005/8/layout/matrix1"/>
    <dgm:cxn modelId="{CAA7269D-E87A-4E13-A857-3465667CEB3C}" type="presParOf" srcId="{E2E5E544-F5A6-4234-B7FF-98202571A59D}" destId="{E7BCE7CE-0DAC-4665-B669-8AAD0DE03A7F}" srcOrd="2" destOrd="0" presId="urn:microsoft.com/office/officeart/2005/8/layout/matrix1"/>
    <dgm:cxn modelId="{15BB8289-3282-4CAE-84F0-82FF45D0681E}" type="presParOf" srcId="{E2E5E544-F5A6-4234-B7FF-98202571A59D}" destId="{7BC07D42-B442-48E4-A7B0-F2729C2B5271}" srcOrd="3" destOrd="0" presId="urn:microsoft.com/office/officeart/2005/8/layout/matrix1"/>
    <dgm:cxn modelId="{9061C7F8-A425-48E4-8CF8-63B32DE5F3BC}" type="presParOf" srcId="{E2E5E544-F5A6-4234-B7FF-98202571A59D}" destId="{D4EE5831-F960-462B-BE45-26F19A00148D}" srcOrd="4" destOrd="0" presId="urn:microsoft.com/office/officeart/2005/8/layout/matrix1"/>
    <dgm:cxn modelId="{5BF94BE9-17F7-45F5-9F2E-097F821101D7}" type="presParOf" srcId="{E2E5E544-F5A6-4234-B7FF-98202571A59D}" destId="{24FDD4CA-7753-40A3-8A7F-CAE49EE2610C}" srcOrd="5" destOrd="0" presId="urn:microsoft.com/office/officeart/2005/8/layout/matrix1"/>
    <dgm:cxn modelId="{21DC2EF6-B33A-4B7D-AD5C-8513C33BD46E}" type="presParOf" srcId="{E2E5E544-F5A6-4234-B7FF-98202571A59D}" destId="{EFD550EA-FF20-4570-9548-B573085ED8E4}" srcOrd="6" destOrd="0" presId="urn:microsoft.com/office/officeart/2005/8/layout/matrix1"/>
    <dgm:cxn modelId="{3FCA109A-FA8C-4C84-B141-BBA8DDDE5320}" type="presParOf" srcId="{E2E5E544-F5A6-4234-B7FF-98202571A59D}" destId="{9D405425-02EE-4D17-A9CE-5B44BC330D0A}" srcOrd="7" destOrd="0" presId="urn:microsoft.com/office/officeart/2005/8/layout/matrix1"/>
    <dgm:cxn modelId="{931CC6D1-EC16-474B-806F-F4CD1E8D8753}" type="presParOf" srcId="{08541C5C-D303-452D-9D9B-B5B32D4C850F}" destId="{4E36B501-03F6-4A53-BF15-329C8B5E2960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34CCDFA-4D65-4D0E-87E9-F528D685CC25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56AC814-E151-4F29-B0BE-7DE6AF32B8FA}">
      <dgm:prSet phldrT="[Text]" phldr="0"/>
      <dgm:spPr/>
      <dgm:t>
        <a:bodyPr/>
        <a:lstStyle/>
        <a:p>
          <a:r>
            <a:rPr lang="en-US" dirty="0"/>
            <a:t>CODE</a:t>
          </a:r>
          <a:endParaRPr lang="en-IN" dirty="0"/>
        </a:p>
      </dgm:t>
    </dgm:pt>
    <dgm:pt modelId="{B2298BD1-9ECD-4183-BF8C-4E1C05489944}" type="parTrans" cxnId="{4E91FDB5-9710-4A05-BD30-843E37387B87}">
      <dgm:prSet/>
      <dgm:spPr/>
      <dgm:t>
        <a:bodyPr/>
        <a:lstStyle/>
        <a:p>
          <a:endParaRPr lang="en-IN"/>
        </a:p>
      </dgm:t>
    </dgm:pt>
    <dgm:pt modelId="{8A5A5D32-B20B-49DB-977A-B63797B1FF6E}" type="sibTrans" cxnId="{4E91FDB5-9710-4A05-BD30-843E37387B87}">
      <dgm:prSet/>
      <dgm:spPr/>
      <dgm:t>
        <a:bodyPr/>
        <a:lstStyle/>
        <a:p>
          <a:endParaRPr lang="en-IN"/>
        </a:p>
      </dgm:t>
    </dgm:pt>
    <dgm:pt modelId="{01D12E09-C2DC-4405-B4A9-F8AF019B1A7D}">
      <dgm:prSet phldrT="[Text]" phldr="0"/>
      <dgm:spPr/>
      <dgm:t>
        <a:bodyPr/>
        <a:lstStyle/>
        <a:p>
          <a:r>
            <a:rPr lang="en-US" dirty="0"/>
            <a:t>1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. 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/>
            </a:rPr>
            <a:t>Exploratory Data Analysis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B789D8-8BBE-4338-86C5-CAD4336F1DDD}" type="parTrans" cxnId="{2A4D2AD5-789E-49D5-AB90-255F33C6579E}">
      <dgm:prSet/>
      <dgm:spPr/>
      <dgm:t>
        <a:bodyPr/>
        <a:lstStyle/>
        <a:p>
          <a:endParaRPr lang="en-IN"/>
        </a:p>
      </dgm:t>
    </dgm:pt>
    <dgm:pt modelId="{C36239A8-6A27-47A5-A9CA-9F24483C697D}" type="sibTrans" cxnId="{2A4D2AD5-789E-49D5-AB90-255F33C6579E}">
      <dgm:prSet/>
      <dgm:spPr/>
      <dgm:t>
        <a:bodyPr/>
        <a:lstStyle/>
        <a:p>
          <a:endParaRPr lang="en-IN"/>
        </a:p>
      </dgm:t>
    </dgm:pt>
    <dgm:pt modelId="{624479C5-B3D1-45D4-BAD9-0C7D260B90E4}">
      <dgm:prSet phldrT="[Text]" phldr="0"/>
      <dgm:spPr/>
      <dgm:t>
        <a:bodyPr/>
        <a:lstStyle/>
        <a:p>
          <a:r>
            <a:rPr lang="en-US" dirty="0"/>
            <a:t>2.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2"/>
            </a:rPr>
            <a:t>Model Evaluation  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A629F9-46B0-4686-91CD-8F7EE02CD78E}" type="parTrans" cxnId="{FB3AFF42-724F-45C9-B5F3-A2BF68288B44}">
      <dgm:prSet/>
      <dgm:spPr/>
      <dgm:t>
        <a:bodyPr/>
        <a:lstStyle/>
        <a:p>
          <a:endParaRPr lang="en-IN"/>
        </a:p>
      </dgm:t>
    </dgm:pt>
    <dgm:pt modelId="{23D3DFCE-68CA-4E14-9A88-0A7355A044DE}" type="sibTrans" cxnId="{FB3AFF42-724F-45C9-B5F3-A2BF68288B44}">
      <dgm:prSet/>
      <dgm:spPr/>
      <dgm:t>
        <a:bodyPr/>
        <a:lstStyle/>
        <a:p>
          <a:endParaRPr lang="en-IN"/>
        </a:p>
      </dgm:t>
    </dgm:pt>
    <dgm:pt modelId="{ED004507-3B62-4581-B1F5-2C6ED98881C7}" type="pres">
      <dgm:prSet presAssocID="{734CCDFA-4D65-4D0E-87E9-F528D685CC2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433CA14-8076-41F9-B2B8-E49443E64A24}" type="pres">
      <dgm:prSet presAssocID="{856AC814-E151-4F29-B0BE-7DE6AF32B8FA}" presName="centerShape" presStyleLbl="node0" presStyleIdx="0" presStyleCnt="1"/>
      <dgm:spPr/>
    </dgm:pt>
    <dgm:pt modelId="{616118EC-7851-44E6-A36E-D50AF9B2FB67}" type="pres">
      <dgm:prSet presAssocID="{0FB789D8-8BBE-4338-86C5-CAD4336F1DDD}" presName="parTrans" presStyleLbl="bgSibTrans2D1" presStyleIdx="0" presStyleCnt="2"/>
      <dgm:spPr/>
    </dgm:pt>
    <dgm:pt modelId="{88ABBC9B-AF41-4B5D-B9B1-69A5DF047040}" type="pres">
      <dgm:prSet presAssocID="{01D12E09-C2DC-4405-B4A9-F8AF019B1A7D}" presName="node" presStyleLbl="node1" presStyleIdx="0" presStyleCnt="2">
        <dgm:presLayoutVars>
          <dgm:bulletEnabled val="1"/>
        </dgm:presLayoutVars>
      </dgm:prSet>
      <dgm:spPr/>
    </dgm:pt>
    <dgm:pt modelId="{F6488401-CEBC-4490-81A6-1CFFBFC33682}" type="pres">
      <dgm:prSet presAssocID="{37A629F9-46B0-4686-91CD-8F7EE02CD78E}" presName="parTrans" presStyleLbl="bgSibTrans2D1" presStyleIdx="1" presStyleCnt="2"/>
      <dgm:spPr/>
    </dgm:pt>
    <dgm:pt modelId="{8CBC44CB-AA12-4404-88F9-A6C7915CAE2F}" type="pres">
      <dgm:prSet presAssocID="{624479C5-B3D1-45D4-BAD9-0C7D260B90E4}" presName="node" presStyleLbl="node1" presStyleIdx="1" presStyleCnt="2">
        <dgm:presLayoutVars>
          <dgm:bulletEnabled val="1"/>
        </dgm:presLayoutVars>
      </dgm:prSet>
      <dgm:spPr/>
    </dgm:pt>
  </dgm:ptLst>
  <dgm:cxnLst>
    <dgm:cxn modelId="{1EE3932C-61C7-4644-ACAB-101B6CD57C3C}" type="presOf" srcId="{37A629F9-46B0-4686-91CD-8F7EE02CD78E}" destId="{F6488401-CEBC-4490-81A6-1CFFBFC33682}" srcOrd="0" destOrd="0" presId="urn:microsoft.com/office/officeart/2005/8/layout/radial4"/>
    <dgm:cxn modelId="{54607F3C-827D-4EE2-B04C-1E1E7DB04A83}" type="presOf" srcId="{624479C5-B3D1-45D4-BAD9-0C7D260B90E4}" destId="{8CBC44CB-AA12-4404-88F9-A6C7915CAE2F}" srcOrd="0" destOrd="0" presId="urn:microsoft.com/office/officeart/2005/8/layout/radial4"/>
    <dgm:cxn modelId="{FB3AFF42-724F-45C9-B5F3-A2BF68288B44}" srcId="{856AC814-E151-4F29-B0BE-7DE6AF32B8FA}" destId="{624479C5-B3D1-45D4-BAD9-0C7D260B90E4}" srcOrd="1" destOrd="0" parTransId="{37A629F9-46B0-4686-91CD-8F7EE02CD78E}" sibTransId="{23D3DFCE-68CA-4E14-9A88-0A7355A044DE}"/>
    <dgm:cxn modelId="{330C9865-C9E1-40AD-A311-83F7BE52C59A}" type="presOf" srcId="{734CCDFA-4D65-4D0E-87E9-F528D685CC25}" destId="{ED004507-3B62-4581-B1F5-2C6ED98881C7}" srcOrd="0" destOrd="0" presId="urn:microsoft.com/office/officeart/2005/8/layout/radial4"/>
    <dgm:cxn modelId="{8444EB9C-2AB6-4EFD-9E6C-B3A1CF528278}" type="presOf" srcId="{0FB789D8-8BBE-4338-86C5-CAD4336F1DDD}" destId="{616118EC-7851-44E6-A36E-D50AF9B2FB67}" srcOrd="0" destOrd="0" presId="urn:microsoft.com/office/officeart/2005/8/layout/radial4"/>
    <dgm:cxn modelId="{467CFBB4-D2FE-4D3F-B35D-E528FAD28802}" type="presOf" srcId="{01D12E09-C2DC-4405-B4A9-F8AF019B1A7D}" destId="{88ABBC9B-AF41-4B5D-B9B1-69A5DF047040}" srcOrd="0" destOrd="0" presId="urn:microsoft.com/office/officeart/2005/8/layout/radial4"/>
    <dgm:cxn modelId="{4E91FDB5-9710-4A05-BD30-843E37387B87}" srcId="{734CCDFA-4D65-4D0E-87E9-F528D685CC25}" destId="{856AC814-E151-4F29-B0BE-7DE6AF32B8FA}" srcOrd="0" destOrd="0" parTransId="{B2298BD1-9ECD-4183-BF8C-4E1C05489944}" sibTransId="{8A5A5D32-B20B-49DB-977A-B63797B1FF6E}"/>
    <dgm:cxn modelId="{2A4D2AD5-789E-49D5-AB90-255F33C6579E}" srcId="{856AC814-E151-4F29-B0BE-7DE6AF32B8FA}" destId="{01D12E09-C2DC-4405-B4A9-F8AF019B1A7D}" srcOrd="0" destOrd="0" parTransId="{0FB789D8-8BBE-4338-86C5-CAD4336F1DDD}" sibTransId="{C36239A8-6A27-47A5-A9CA-9F24483C697D}"/>
    <dgm:cxn modelId="{8C43CAF6-FE83-4548-A466-A23A33FB9961}" type="presOf" srcId="{856AC814-E151-4F29-B0BE-7DE6AF32B8FA}" destId="{4433CA14-8076-41F9-B2B8-E49443E64A24}" srcOrd="0" destOrd="0" presId="urn:microsoft.com/office/officeart/2005/8/layout/radial4"/>
    <dgm:cxn modelId="{E2CC2D9E-539A-4C80-B51F-0F319C71688B}" type="presParOf" srcId="{ED004507-3B62-4581-B1F5-2C6ED98881C7}" destId="{4433CA14-8076-41F9-B2B8-E49443E64A24}" srcOrd="0" destOrd="0" presId="urn:microsoft.com/office/officeart/2005/8/layout/radial4"/>
    <dgm:cxn modelId="{9FD69736-8D18-4593-8AC3-5BEE17CB6FAB}" type="presParOf" srcId="{ED004507-3B62-4581-B1F5-2C6ED98881C7}" destId="{616118EC-7851-44E6-A36E-D50AF9B2FB67}" srcOrd="1" destOrd="0" presId="urn:microsoft.com/office/officeart/2005/8/layout/radial4"/>
    <dgm:cxn modelId="{0189670F-61E1-4277-AFCF-1BF12E42C9D7}" type="presParOf" srcId="{ED004507-3B62-4581-B1F5-2C6ED98881C7}" destId="{88ABBC9B-AF41-4B5D-B9B1-69A5DF047040}" srcOrd="2" destOrd="0" presId="urn:microsoft.com/office/officeart/2005/8/layout/radial4"/>
    <dgm:cxn modelId="{F68AC866-13B9-43BB-B00D-9908EC044E58}" type="presParOf" srcId="{ED004507-3B62-4581-B1F5-2C6ED98881C7}" destId="{F6488401-CEBC-4490-81A6-1CFFBFC33682}" srcOrd="3" destOrd="0" presId="urn:microsoft.com/office/officeart/2005/8/layout/radial4"/>
    <dgm:cxn modelId="{832B54FC-C6BD-4850-BA0F-05CBD9053200}" type="presParOf" srcId="{ED004507-3B62-4581-B1F5-2C6ED98881C7}" destId="{8CBC44CB-AA12-4404-88F9-A6C7915CAE2F}" srcOrd="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34CCDFA-4D65-4D0E-87E9-F528D685CC25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56AC814-E151-4F29-B0BE-7DE6AF32B8FA}">
      <dgm:prSet phldrT="[Text]" phldr="0" custT="1"/>
      <dgm:spPr/>
      <dgm:t>
        <a:bodyPr/>
        <a:lstStyle/>
        <a:p>
          <a:r>
            <a:rPr lang="en-US" sz="2400" dirty="0"/>
            <a:t>CODE</a:t>
          </a:r>
          <a:endParaRPr lang="en-IN" sz="2400" dirty="0"/>
        </a:p>
      </dgm:t>
    </dgm:pt>
    <dgm:pt modelId="{B2298BD1-9ECD-4183-BF8C-4E1C05489944}" type="parTrans" cxnId="{4E91FDB5-9710-4A05-BD30-843E37387B87}">
      <dgm:prSet/>
      <dgm:spPr/>
      <dgm:t>
        <a:bodyPr/>
        <a:lstStyle/>
        <a:p>
          <a:endParaRPr lang="en-IN" sz="2400"/>
        </a:p>
      </dgm:t>
    </dgm:pt>
    <dgm:pt modelId="{8A5A5D32-B20B-49DB-977A-B63797B1FF6E}" type="sibTrans" cxnId="{4E91FDB5-9710-4A05-BD30-843E37387B87}">
      <dgm:prSet/>
      <dgm:spPr/>
      <dgm:t>
        <a:bodyPr/>
        <a:lstStyle/>
        <a:p>
          <a:endParaRPr lang="en-IN" sz="2400"/>
        </a:p>
      </dgm:t>
    </dgm:pt>
    <dgm:pt modelId="{01D12E09-C2DC-4405-B4A9-F8AF019B1A7D}">
      <dgm:prSet phldrT="[Text]" phldr="0" custT="1"/>
      <dgm:spPr/>
      <dgm:t>
        <a:bodyPr/>
        <a:lstStyle/>
        <a:p>
          <a:r>
            <a:rPr lang="en-US" sz="2400" dirty="0"/>
            <a:t>1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.  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/>
            </a:rPr>
            <a:t>Exploratory Data Analysis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B789D8-8BBE-4338-86C5-CAD4336F1DDD}" type="parTrans" cxnId="{2A4D2AD5-789E-49D5-AB90-255F33C6579E}">
      <dgm:prSet/>
      <dgm:spPr/>
      <dgm:t>
        <a:bodyPr/>
        <a:lstStyle/>
        <a:p>
          <a:endParaRPr lang="en-IN" sz="2400"/>
        </a:p>
      </dgm:t>
    </dgm:pt>
    <dgm:pt modelId="{C36239A8-6A27-47A5-A9CA-9F24483C697D}" type="sibTrans" cxnId="{2A4D2AD5-789E-49D5-AB90-255F33C6579E}">
      <dgm:prSet/>
      <dgm:spPr/>
      <dgm:t>
        <a:bodyPr/>
        <a:lstStyle/>
        <a:p>
          <a:endParaRPr lang="en-IN" sz="2400"/>
        </a:p>
      </dgm:t>
    </dgm:pt>
    <dgm:pt modelId="{624479C5-B3D1-45D4-BAD9-0C7D260B90E4}">
      <dgm:prSet phldrT="[Text]" phldr="0" custT="1"/>
      <dgm:spPr/>
      <dgm:t>
        <a:bodyPr/>
        <a:lstStyle/>
        <a:p>
          <a:r>
            <a:rPr lang="en-US" sz="2400" dirty="0"/>
            <a:t>2. 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2"/>
            </a:rPr>
            <a:t>Feature Engineering 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A629F9-46B0-4686-91CD-8F7EE02CD78E}" type="parTrans" cxnId="{FB3AFF42-724F-45C9-B5F3-A2BF68288B44}">
      <dgm:prSet/>
      <dgm:spPr/>
      <dgm:t>
        <a:bodyPr/>
        <a:lstStyle/>
        <a:p>
          <a:endParaRPr lang="en-IN" sz="2400"/>
        </a:p>
      </dgm:t>
    </dgm:pt>
    <dgm:pt modelId="{23D3DFCE-68CA-4E14-9A88-0A7355A044DE}" type="sibTrans" cxnId="{FB3AFF42-724F-45C9-B5F3-A2BF68288B44}">
      <dgm:prSet/>
      <dgm:spPr/>
      <dgm:t>
        <a:bodyPr/>
        <a:lstStyle/>
        <a:p>
          <a:endParaRPr lang="en-IN" sz="2400"/>
        </a:p>
      </dgm:t>
    </dgm:pt>
    <dgm:pt modelId="{288DF1B4-640F-4411-AF49-24CF9733BB81}">
      <dgm:prSet phldrT="[Text]" phldr="0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3. 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3"/>
            </a:rPr>
            <a:t>Model Training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824385-69A1-47AF-9847-657174C8C3E2}" type="parTrans" cxnId="{73DC0CAC-5452-4547-8D38-BFF9F2091E1F}">
      <dgm:prSet/>
      <dgm:spPr/>
      <dgm:t>
        <a:bodyPr/>
        <a:lstStyle/>
        <a:p>
          <a:endParaRPr lang="en-IN" sz="2400"/>
        </a:p>
      </dgm:t>
    </dgm:pt>
    <dgm:pt modelId="{AEB34C00-4551-4004-90AB-D140210CA1D8}" type="sibTrans" cxnId="{73DC0CAC-5452-4547-8D38-BFF9F2091E1F}">
      <dgm:prSet/>
      <dgm:spPr/>
      <dgm:t>
        <a:bodyPr/>
        <a:lstStyle/>
        <a:p>
          <a:endParaRPr lang="en-IN" sz="2400"/>
        </a:p>
      </dgm:t>
    </dgm:pt>
    <dgm:pt modelId="{C4289617-B5D1-4BF8-857A-D305A9884D77}">
      <dgm:prSet phldrT="[Text]" phldr="0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4. 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4"/>
            </a:rPr>
            <a:t>Predictive Analysis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5E13D5-7004-436E-B761-DF5039421CB5}" type="parTrans" cxnId="{36AC11D0-C954-411B-BE2D-DBD6D300FE64}">
      <dgm:prSet/>
      <dgm:spPr/>
      <dgm:t>
        <a:bodyPr/>
        <a:lstStyle/>
        <a:p>
          <a:endParaRPr lang="en-IN" sz="2400"/>
        </a:p>
      </dgm:t>
    </dgm:pt>
    <dgm:pt modelId="{9C956F5B-CB97-4FBE-A1F5-CA1218DB16E2}" type="sibTrans" cxnId="{36AC11D0-C954-411B-BE2D-DBD6D300FE64}">
      <dgm:prSet/>
      <dgm:spPr/>
      <dgm:t>
        <a:bodyPr/>
        <a:lstStyle/>
        <a:p>
          <a:endParaRPr lang="en-IN" sz="2400"/>
        </a:p>
      </dgm:t>
    </dgm:pt>
    <dgm:pt modelId="{08541C5C-D303-452D-9D9B-B5B32D4C850F}" type="pres">
      <dgm:prSet presAssocID="{734CCDFA-4D65-4D0E-87E9-F528D685CC25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2E5E544-F5A6-4234-B7FF-98202571A59D}" type="pres">
      <dgm:prSet presAssocID="{734CCDFA-4D65-4D0E-87E9-F528D685CC25}" presName="matrix" presStyleCnt="0"/>
      <dgm:spPr/>
    </dgm:pt>
    <dgm:pt modelId="{9C3A692B-6F23-45EF-8E21-A72DBABAE157}" type="pres">
      <dgm:prSet presAssocID="{734CCDFA-4D65-4D0E-87E9-F528D685CC25}" presName="tile1" presStyleLbl="node1" presStyleIdx="0" presStyleCnt="4"/>
      <dgm:spPr/>
    </dgm:pt>
    <dgm:pt modelId="{0F271C6E-2602-47AD-AA48-B01DC4AE4EA1}" type="pres">
      <dgm:prSet presAssocID="{734CCDFA-4D65-4D0E-87E9-F528D685CC25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7BCE7CE-0DAC-4665-B669-8AAD0DE03A7F}" type="pres">
      <dgm:prSet presAssocID="{734CCDFA-4D65-4D0E-87E9-F528D685CC25}" presName="tile2" presStyleLbl="node1" presStyleIdx="1" presStyleCnt="4" custLinFactNeighborY="-2639"/>
      <dgm:spPr/>
    </dgm:pt>
    <dgm:pt modelId="{7BC07D42-B442-48E4-A7B0-F2729C2B5271}" type="pres">
      <dgm:prSet presAssocID="{734CCDFA-4D65-4D0E-87E9-F528D685CC25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4EE5831-F960-462B-BE45-26F19A00148D}" type="pres">
      <dgm:prSet presAssocID="{734CCDFA-4D65-4D0E-87E9-F528D685CC25}" presName="tile3" presStyleLbl="node1" presStyleIdx="2" presStyleCnt="4"/>
      <dgm:spPr/>
    </dgm:pt>
    <dgm:pt modelId="{24FDD4CA-7753-40A3-8A7F-CAE49EE2610C}" type="pres">
      <dgm:prSet presAssocID="{734CCDFA-4D65-4D0E-87E9-F528D685CC25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FD550EA-FF20-4570-9548-B573085ED8E4}" type="pres">
      <dgm:prSet presAssocID="{734CCDFA-4D65-4D0E-87E9-F528D685CC25}" presName="tile4" presStyleLbl="node1" presStyleIdx="3" presStyleCnt="4"/>
      <dgm:spPr/>
    </dgm:pt>
    <dgm:pt modelId="{9D405425-02EE-4D17-A9CE-5B44BC330D0A}" type="pres">
      <dgm:prSet presAssocID="{734CCDFA-4D65-4D0E-87E9-F528D685CC25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4E36B501-03F6-4A53-BF15-329C8B5E2960}" type="pres">
      <dgm:prSet presAssocID="{734CCDFA-4D65-4D0E-87E9-F528D685CC25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222F2E26-1B57-4B5F-B556-3B6A4C03CFE2}" type="presOf" srcId="{C4289617-B5D1-4BF8-857A-D305A9884D77}" destId="{9D405425-02EE-4D17-A9CE-5B44BC330D0A}" srcOrd="1" destOrd="0" presId="urn:microsoft.com/office/officeart/2005/8/layout/matrix1"/>
    <dgm:cxn modelId="{FB3AFF42-724F-45C9-B5F3-A2BF68288B44}" srcId="{856AC814-E151-4F29-B0BE-7DE6AF32B8FA}" destId="{624479C5-B3D1-45D4-BAD9-0C7D260B90E4}" srcOrd="1" destOrd="0" parTransId="{37A629F9-46B0-4686-91CD-8F7EE02CD78E}" sibTransId="{23D3DFCE-68CA-4E14-9A88-0A7355A044DE}"/>
    <dgm:cxn modelId="{21C1CA67-8C7F-473A-BC62-91837DAF7B55}" type="presOf" srcId="{734CCDFA-4D65-4D0E-87E9-F528D685CC25}" destId="{08541C5C-D303-452D-9D9B-B5B32D4C850F}" srcOrd="0" destOrd="0" presId="urn:microsoft.com/office/officeart/2005/8/layout/matrix1"/>
    <dgm:cxn modelId="{BDAEE548-E21E-42E9-8AB2-7B97214774D0}" type="presOf" srcId="{01D12E09-C2DC-4405-B4A9-F8AF019B1A7D}" destId="{9C3A692B-6F23-45EF-8E21-A72DBABAE157}" srcOrd="0" destOrd="0" presId="urn:microsoft.com/office/officeart/2005/8/layout/matrix1"/>
    <dgm:cxn modelId="{24815A4C-A141-4FF7-B9BB-B6F903CF2D94}" type="presOf" srcId="{01D12E09-C2DC-4405-B4A9-F8AF019B1A7D}" destId="{0F271C6E-2602-47AD-AA48-B01DC4AE4EA1}" srcOrd="1" destOrd="0" presId="urn:microsoft.com/office/officeart/2005/8/layout/matrix1"/>
    <dgm:cxn modelId="{B31C2687-70F9-445A-AE11-950110CEB58E}" type="presOf" srcId="{856AC814-E151-4F29-B0BE-7DE6AF32B8FA}" destId="{4E36B501-03F6-4A53-BF15-329C8B5E2960}" srcOrd="0" destOrd="0" presId="urn:microsoft.com/office/officeart/2005/8/layout/matrix1"/>
    <dgm:cxn modelId="{B873B68D-EB9E-436C-8306-F4729916BF38}" type="presOf" srcId="{624479C5-B3D1-45D4-BAD9-0C7D260B90E4}" destId="{7BC07D42-B442-48E4-A7B0-F2729C2B5271}" srcOrd="1" destOrd="0" presId="urn:microsoft.com/office/officeart/2005/8/layout/matrix1"/>
    <dgm:cxn modelId="{51FA9FA7-6DC8-40D5-9F41-12F33A0F1431}" type="presOf" srcId="{288DF1B4-640F-4411-AF49-24CF9733BB81}" destId="{D4EE5831-F960-462B-BE45-26F19A00148D}" srcOrd="0" destOrd="0" presId="urn:microsoft.com/office/officeart/2005/8/layout/matrix1"/>
    <dgm:cxn modelId="{73DC0CAC-5452-4547-8D38-BFF9F2091E1F}" srcId="{856AC814-E151-4F29-B0BE-7DE6AF32B8FA}" destId="{288DF1B4-640F-4411-AF49-24CF9733BB81}" srcOrd="2" destOrd="0" parTransId="{7D824385-69A1-47AF-9847-657174C8C3E2}" sibTransId="{AEB34C00-4551-4004-90AB-D140210CA1D8}"/>
    <dgm:cxn modelId="{0C3096B1-26BC-4BC9-9AF6-3D869648F794}" type="presOf" srcId="{C4289617-B5D1-4BF8-857A-D305A9884D77}" destId="{EFD550EA-FF20-4570-9548-B573085ED8E4}" srcOrd="0" destOrd="0" presId="urn:microsoft.com/office/officeart/2005/8/layout/matrix1"/>
    <dgm:cxn modelId="{4E91FDB5-9710-4A05-BD30-843E37387B87}" srcId="{734CCDFA-4D65-4D0E-87E9-F528D685CC25}" destId="{856AC814-E151-4F29-B0BE-7DE6AF32B8FA}" srcOrd="0" destOrd="0" parTransId="{B2298BD1-9ECD-4183-BF8C-4E1C05489944}" sibTransId="{8A5A5D32-B20B-49DB-977A-B63797B1FF6E}"/>
    <dgm:cxn modelId="{072E8BC5-FE6A-48EF-875D-DCCD2332BE5F}" type="presOf" srcId="{288DF1B4-640F-4411-AF49-24CF9733BB81}" destId="{24FDD4CA-7753-40A3-8A7F-CAE49EE2610C}" srcOrd="1" destOrd="0" presId="urn:microsoft.com/office/officeart/2005/8/layout/matrix1"/>
    <dgm:cxn modelId="{DB6E67CE-A562-45FA-B515-8871D3E1F826}" type="presOf" srcId="{624479C5-B3D1-45D4-BAD9-0C7D260B90E4}" destId="{E7BCE7CE-0DAC-4665-B669-8AAD0DE03A7F}" srcOrd="0" destOrd="0" presId="urn:microsoft.com/office/officeart/2005/8/layout/matrix1"/>
    <dgm:cxn modelId="{36AC11D0-C954-411B-BE2D-DBD6D300FE64}" srcId="{856AC814-E151-4F29-B0BE-7DE6AF32B8FA}" destId="{C4289617-B5D1-4BF8-857A-D305A9884D77}" srcOrd="3" destOrd="0" parTransId="{E85E13D5-7004-436E-B761-DF5039421CB5}" sibTransId="{9C956F5B-CB97-4FBE-A1F5-CA1218DB16E2}"/>
    <dgm:cxn modelId="{2A4D2AD5-789E-49D5-AB90-255F33C6579E}" srcId="{856AC814-E151-4F29-B0BE-7DE6AF32B8FA}" destId="{01D12E09-C2DC-4405-B4A9-F8AF019B1A7D}" srcOrd="0" destOrd="0" parTransId="{0FB789D8-8BBE-4338-86C5-CAD4336F1DDD}" sibTransId="{C36239A8-6A27-47A5-A9CA-9F24483C697D}"/>
    <dgm:cxn modelId="{9FC93272-7DF8-4BEC-9EF3-B02DC703E4C3}" type="presParOf" srcId="{08541C5C-D303-452D-9D9B-B5B32D4C850F}" destId="{E2E5E544-F5A6-4234-B7FF-98202571A59D}" srcOrd="0" destOrd="0" presId="urn:microsoft.com/office/officeart/2005/8/layout/matrix1"/>
    <dgm:cxn modelId="{B4AA3862-BC98-4E6E-9E85-77F40F18366D}" type="presParOf" srcId="{E2E5E544-F5A6-4234-B7FF-98202571A59D}" destId="{9C3A692B-6F23-45EF-8E21-A72DBABAE157}" srcOrd="0" destOrd="0" presId="urn:microsoft.com/office/officeart/2005/8/layout/matrix1"/>
    <dgm:cxn modelId="{8F709A25-4DAE-4AC1-98A9-C40C57FB78F1}" type="presParOf" srcId="{E2E5E544-F5A6-4234-B7FF-98202571A59D}" destId="{0F271C6E-2602-47AD-AA48-B01DC4AE4EA1}" srcOrd="1" destOrd="0" presId="urn:microsoft.com/office/officeart/2005/8/layout/matrix1"/>
    <dgm:cxn modelId="{CAA7269D-E87A-4E13-A857-3465667CEB3C}" type="presParOf" srcId="{E2E5E544-F5A6-4234-B7FF-98202571A59D}" destId="{E7BCE7CE-0DAC-4665-B669-8AAD0DE03A7F}" srcOrd="2" destOrd="0" presId="urn:microsoft.com/office/officeart/2005/8/layout/matrix1"/>
    <dgm:cxn modelId="{15BB8289-3282-4CAE-84F0-82FF45D0681E}" type="presParOf" srcId="{E2E5E544-F5A6-4234-B7FF-98202571A59D}" destId="{7BC07D42-B442-48E4-A7B0-F2729C2B5271}" srcOrd="3" destOrd="0" presId="urn:microsoft.com/office/officeart/2005/8/layout/matrix1"/>
    <dgm:cxn modelId="{9061C7F8-A425-48E4-8CF8-63B32DE5F3BC}" type="presParOf" srcId="{E2E5E544-F5A6-4234-B7FF-98202571A59D}" destId="{D4EE5831-F960-462B-BE45-26F19A00148D}" srcOrd="4" destOrd="0" presId="urn:microsoft.com/office/officeart/2005/8/layout/matrix1"/>
    <dgm:cxn modelId="{5BF94BE9-17F7-45F5-9F2E-097F821101D7}" type="presParOf" srcId="{E2E5E544-F5A6-4234-B7FF-98202571A59D}" destId="{24FDD4CA-7753-40A3-8A7F-CAE49EE2610C}" srcOrd="5" destOrd="0" presId="urn:microsoft.com/office/officeart/2005/8/layout/matrix1"/>
    <dgm:cxn modelId="{21DC2EF6-B33A-4B7D-AD5C-8513C33BD46E}" type="presParOf" srcId="{E2E5E544-F5A6-4234-B7FF-98202571A59D}" destId="{EFD550EA-FF20-4570-9548-B573085ED8E4}" srcOrd="6" destOrd="0" presId="urn:microsoft.com/office/officeart/2005/8/layout/matrix1"/>
    <dgm:cxn modelId="{3FCA109A-FA8C-4C84-B141-BBA8DDDE5320}" type="presParOf" srcId="{E2E5E544-F5A6-4234-B7FF-98202571A59D}" destId="{9D405425-02EE-4D17-A9CE-5B44BC330D0A}" srcOrd="7" destOrd="0" presId="urn:microsoft.com/office/officeart/2005/8/layout/matrix1"/>
    <dgm:cxn modelId="{931CC6D1-EC16-474B-806F-F4CD1E8D8753}" type="presParOf" srcId="{08541C5C-D303-452D-9D9B-B5B32D4C850F}" destId="{4E36B501-03F6-4A53-BF15-329C8B5E2960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DF7DB0-955A-4819-B05D-00D786756BAF}">
      <dsp:nvSpPr>
        <dsp:cNvPr id="0" name=""/>
        <dsp:cNvSpPr/>
      </dsp:nvSpPr>
      <dsp:spPr>
        <a:xfrm rot="5400000">
          <a:off x="-153872" y="154299"/>
          <a:ext cx="1025817" cy="7180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01</a:t>
          </a:r>
          <a:endParaRPr lang="en-IN" sz="2100" kern="1200" dirty="0"/>
        </a:p>
      </dsp:txBody>
      <dsp:txXfrm rot="-5400000">
        <a:off x="1" y="359462"/>
        <a:ext cx="718072" cy="307745"/>
      </dsp:txXfrm>
    </dsp:sp>
    <dsp:sp modelId="{F942FF07-16C3-42B2-B704-2854ABD9AF45}">
      <dsp:nvSpPr>
        <dsp:cNvPr id="0" name=""/>
        <dsp:cNvSpPr/>
      </dsp:nvSpPr>
      <dsp:spPr>
        <a:xfrm rot="5400000">
          <a:off x="5414351" y="-4695851"/>
          <a:ext cx="666781" cy="1005933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IBM HR Analytics - Employee Attrition &amp; Performance</a:t>
          </a:r>
          <a:endParaRPr lang="en-IN" sz="3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8072" y="32978"/>
        <a:ext cx="10026789" cy="601681"/>
      </dsp:txXfrm>
    </dsp:sp>
    <dsp:sp modelId="{F481C5B7-0F7A-451A-821E-26376A0DCCE2}">
      <dsp:nvSpPr>
        <dsp:cNvPr id="0" name=""/>
        <dsp:cNvSpPr/>
      </dsp:nvSpPr>
      <dsp:spPr>
        <a:xfrm rot="5400000">
          <a:off x="-153872" y="974006"/>
          <a:ext cx="1025817" cy="7180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02</a:t>
          </a:r>
          <a:endParaRPr lang="en-IN" sz="2100" kern="1200" dirty="0"/>
        </a:p>
      </dsp:txBody>
      <dsp:txXfrm rot="-5400000">
        <a:off x="1" y="1179169"/>
        <a:ext cx="718072" cy="307745"/>
      </dsp:txXfrm>
    </dsp:sp>
    <dsp:sp modelId="{94F1023B-C473-4F35-8371-F5A54E012BD4}">
      <dsp:nvSpPr>
        <dsp:cNvPr id="0" name=""/>
        <dsp:cNvSpPr/>
      </dsp:nvSpPr>
      <dsp:spPr>
        <a:xfrm rot="5400000">
          <a:off x="5414351" y="-3876145"/>
          <a:ext cx="666781" cy="1005933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Supply Chain Management Analytics</a:t>
          </a:r>
          <a:endParaRPr lang="en-IN" sz="3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8072" y="852684"/>
        <a:ext cx="10026789" cy="601681"/>
      </dsp:txXfrm>
    </dsp:sp>
    <dsp:sp modelId="{62B9C6B4-B418-4CEE-A16F-7D41C8B3933D}">
      <dsp:nvSpPr>
        <dsp:cNvPr id="0" name=""/>
        <dsp:cNvSpPr/>
      </dsp:nvSpPr>
      <dsp:spPr>
        <a:xfrm rot="5400000">
          <a:off x="-153872" y="1793712"/>
          <a:ext cx="1025817" cy="7180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03</a:t>
          </a:r>
          <a:endParaRPr lang="en-IN" sz="2100" kern="1200" dirty="0"/>
        </a:p>
      </dsp:txBody>
      <dsp:txXfrm rot="-5400000">
        <a:off x="1" y="1998875"/>
        <a:ext cx="718072" cy="307745"/>
      </dsp:txXfrm>
    </dsp:sp>
    <dsp:sp modelId="{C857A308-0C10-4FA6-A92C-B59016FD65B4}">
      <dsp:nvSpPr>
        <dsp:cNvPr id="0" name=""/>
        <dsp:cNvSpPr/>
      </dsp:nvSpPr>
      <dsp:spPr>
        <a:xfrm rot="5400000">
          <a:off x="5414351" y="-3056438"/>
          <a:ext cx="666781" cy="1005933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1590" rIns="21590" bIns="2159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Supermart Grocery Sales </a:t>
          </a:r>
          <a:endParaRPr lang="en-IN" sz="3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8072" y="1672391"/>
        <a:ext cx="10026789" cy="6016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DF7DB0-955A-4819-B05D-00D786756BAF}">
      <dsp:nvSpPr>
        <dsp:cNvPr id="0" name=""/>
        <dsp:cNvSpPr/>
      </dsp:nvSpPr>
      <dsp:spPr>
        <a:xfrm rot="5400000">
          <a:off x="-149618" y="150594"/>
          <a:ext cx="997458" cy="69822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04</a:t>
          </a:r>
          <a:endParaRPr lang="en-IN" sz="2000" kern="1200" dirty="0"/>
        </a:p>
      </dsp:txBody>
      <dsp:txXfrm rot="-5400000">
        <a:off x="1" y="350087"/>
        <a:ext cx="698221" cy="299237"/>
      </dsp:txXfrm>
    </dsp:sp>
    <dsp:sp modelId="{F942FF07-16C3-42B2-B704-2854ABD9AF45}">
      <dsp:nvSpPr>
        <dsp:cNvPr id="0" name=""/>
        <dsp:cNvSpPr/>
      </dsp:nvSpPr>
      <dsp:spPr>
        <a:xfrm rot="5400000">
          <a:off x="5413642" y="-4693717"/>
          <a:ext cx="648348" cy="1007919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IN" sz="2000" kern="1200" dirty="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3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Drugs, Side Effects and Medical Condition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IN" sz="2000" kern="1200" dirty="0"/>
        </a:p>
      </dsp:txBody>
      <dsp:txXfrm rot="-5400000">
        <a:off x="698221" y="53354"/>
        <a:ext cx="10047540" cy="5850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88F41A-A411-457D-ADC8-0FAFE840AD98}">
      <dsp:nvSpPr>
        <dsp:cNvPr id="0" name=""/>
        <dsp:cNvSpPr/>
      </dsp:nvSpPr>
      <dsp:spPr>
        <a:xfrm>
          <a:off x="0" y="3176125"/>
          <a:ext cx="6329018" cy="1042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Dashboard</a:t>
          </a:r>
          <a:endParaRPr lang="en-IN" sz="1800" kern="1200" dirty="0"/>
        </a:p>
      </dsp:txBody>
      <dsp:txXfrm>
        <a:off x="0" y="3176125"/>
        <a:ext cx="6329018" cy="562936"/>
      </dsp:txXfrm>
    </dsp:sp>
    <dsp:sp modelId="{94C09A33-4C83-4C1E-9C9E-3332FE775A91}">
      <dsp:nvSpPr>
        <dsp:cNvPr id="0" name=""/>
        <dsp:cNvSpPr/>
      </dsp:nvSpPr>
      <dsp:spPr>
        <a:xfrm>
          <a:off x="0" y="3718212"/>
          <a:ext cx="3164509" cy="47953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Power BI</a:t>
          </a:r>
        </a:p>
      </dsp:txBody>
      <dsp:txXfrm>
        <a:off x="0" y="3718212"/>
        <a:ext cx="3164509" cy="479538"/>
      </dsp:txXfrm>
    </dsp:sp>
    <dsp:sp modelId="{026D2132-8601-4A77-B906-77FD5440BBD6}">
      <dsp:nvSpPr>
        <dsp:cNvPr id="0" name=""/>
        <dsp:cNvSpPr/>
      </dsp:nvSpPr>
      <dsp:spPr>
        <a:xfrm>
          <a:off x="3164509" y="3718212"/>
          <a:ext cx="3164509" cy="47953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Streamlit</a:t>
          </a:r>
        </a:p>
      </dsp:txBody>
      <dsp:txXfrm>
        <a:off x="3164509" y="3718212"/>
        <a:ext cx="3164509" cy="479538"/>
      </dsp:txXfrm>
    </dsp:sp>
    <dsp:sp modelId="{40AB0B8E-41FB-4D73-97C6-936FEC633C6A}">
      <dsp:nvSpPr>
        <dsp:cNvPr id="0" name=""/>
        <dsp:cNvSpPr/>
      </dsp:nvSpPr>
      <dsp:spPr>
        <a:xfrm rot="10800000">
          <a:off x="0" y="1588435"/>
          <a:ext cx="6329018" cy="160332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ML</a:t>
          </a:r>
        </a:p>
      </dsp:txBody>
      <dsp:txXfrm rot="-10800000">
        <a:off x="0" y="1588435"/>
        <a:ext cx="6329018" cy="562767"/>
      </dsp:txXfrm>
    </dsp:sp>
    <dsp:sp modelId="{B388B921-C164-4661-B872-EE0F80E3DCB9}">
      <dsp:nvSpPr>
        <dsp:cNvPr id="0" name=""/>
        <dsp:cNvSpPr/>
      </dsp:nvSpPr>
      <dsp:spPr>
        <a:xfrm>
          <a:off x="0" y="2151203"/>
          <a:ext cx="3164509" cy="4793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Python</a:t>
          </a:r>
        </a:p>
      </dsp:txBody>
      <dsp:txXfrm>
        <a:off x="0" y="2151203"/>
        <a:ext cx="3164509" cy="479394"/>
      </dsp:txXfrm>
    </dsp:sp>
    <dsp:sp modelId="{4C31D9E2-8B49-47E3-BDD6-55CC9BE28864}">
      <dsp:nvSpPr>
        <dsp:cNvPr id="0" name=""/>
        <dsp:cNvSpPr/>
      </dsp:nvSpPr>
      <dsp:spPr>
        <a:xfrm>
          <a:off x="3164509" y="2151203"/>
          <a:ext cx="3164509" cy="4793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Scikit-Learn, Shap</a:t>
          </a:r>
        </a:p>
      </dsp:txBody>
      <dsp:txXfrm>
        <a:off x="3164509" y="2151203"/>
        <a:ext cx="3164509" cy="479394"/>
      </dsp:txXfrm>
    </dsp:sp>
    <dsp:sp modelId="{EA35960B-8A6B-463A-BC60-1B1FCA105424}">
      <dsp:nvSpPr>
        <dsp:cNvPr id="0" name=""/>
        <dsp:cNvSpPr/>
      </dsp:nvSpPr>
      <dsp:spPr>
        <a:xfrm rot="10800000">
          <a:off x="0" y="10590"/>
          <a:ext cx="6329018" cy="160332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EDA</a:t>
          </a:r>
        </a:p>
      </dsp:txBody>
      <dsp:txXfrm rot="-10800000">
        <a:off x="0" y="10590"/>
        <a:ext cx="6329018" cy="562767"/>
      </dsp:txXfrm>
    </dsp:sp>
    <dsp:sp modelId="{6C3A3A4E-A10D-4CCA-AF45-E441D600ACA4}">
      <dsp:nvSpPr>
        <dsp:cNvPr id="0" name=""/>
        <dsp:cNvSpPr/>
      </dsp:nvSpPr>
      <dsp:spPr>
        <a:xfrm>
          <a:off x="0" y="563513"/>
          <a:ext cx="3164509" cy="4793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Python </a:t>
          </a:r>
        </a:p>
      </dsp:txBody>
      <dsp:txXfrm>
        <a:off x="0" y="563513"/>
        <a:ext cx="3164509" cy="479394"/>
      </dsp:txXfrm>
    </dsp:sp>
    <dsp:sp modelId="{559FAA44-EDED-4AE7-A69A-56059539CEBC}">
      <dsp:nvSpPr>
        <dsp:cNvPr id="0" name=""/>
        <dsp:cNvSpPr/>
      </dsp:nvSpPr>
      <dsp:spPr>
        <a:xfrm>
          <a:off x="3164509" y="563513"/>
          <a:ext cx="3164509" cy="47939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Pandas, NumPy, Matplotlib, Seaborn, Plotly</a:t>
          </a:r>
        </a:p>
      </dsp:txBody>
      <dsp:txXfrm>
        <a:off x="3164509" y="563513"/>
        <a:ext cx="3164509" cy="4793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3CA14-8076-41F9-B2B8-E49443E64A24}">
      <dsp:nvSpPr>
        <dsp:cNvPr id="0" name=""/>
        <dsp:cNvSpPr/>
      </dsp:nvSpPr>
      <dsp:spPr>
        <a:xfrm>
          <a:off x="1797949" y="1421882"/>
          <a:ext cx="1658383" cy="16583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CODE</a:t>
          </a:r>
          <a:endParaRPr lang="en-IN" sz="3200" kern="1200" dirty="0"/>
        </a:p>
      </dsp:txBody>
      <dsp:txXfrm>
        <a:off x="2040814" y="1664747"/>
        <a:ext cx="1172653" cy="1172653"/>
      </dsp:txXfrm>
    </dsp:sp>
    <dsp:sp modelId="{616118EC-7851-44E6-A36E-D50AF9B2FB67}">
      <dsp:nvSpPr>
        <dsp:cNvPr id="0" name=""/>
        <dsp:cNvSpPr/>
      </dsp:nvSpPr>
      <dsp:spPr>
        <a:xfrm rot="12900000">
          <a:off x="668643" y="1111275"/>
          <a:ext cx="1336392" cy="47263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ABBC9B-AF41-4B5D-B9B1-69A5DF047040}">
      <dsp:nvSpPr>
        <dsp:cNvPr id="0" name=""/>
        <dsp:cNvSpPr/>
      </dsp:nvSpPr>
      <dsp:spPr>
        <a:xfrm>
          <a:off x="1753" y="334147"/>
          <a:ext cx="1575463" cy="12603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 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/>
            </a:rPr>
            <a:t>Exploratory Data Analysis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668" y="371062"/>
        <a:ext cx="1501633" cy="1186541"/>
      </dsp:txXfrm>
    </dsp:sp>
    <dsp:sp modelId="{F6488401-CEBC-4490-81A6-1CFFBFC33682}">
      <dsp:nvSpPr>
        <dsp:cNvPr id="0" name=""/>
        <dsp:cNvSpPr/>
      </dsp:nvSpPr>
      <dsp:spPr>
        <a:xfrm rot="19500000">
          <a:off x="3249246" y="1111275"/>
          <a:ext cx="1336392" cy="47263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BC44CB-AA12-4404-88F9-A6C7915CAE2F}">
      <dsp:nvSpPr>
        <dsp:cNvPr id="0" name=""/>
        <dsp:cNvSpPr/>
      </dsp:nvSpPr>
      <dsp:spPr>
        <a:xfrm>
          <a:off x="3677065" y="334147"/>
          <a:ext cx="1575463" cy="12603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2.  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2"/>
            </a:rPr>
            <a:t>Dashboard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13980" y="371062"/>
        <a:ext cx="1501633" cy="11865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A692B-6F23-45EF-8E21-A72DBABAE157}">
      <dsp:nvSpPr>
        <dsp:cNvPr id="0" name=""/>
        <dsp:cNvSpPr/>
      </dsp:nvSpPr>
      <dsp:spPr>
        <a:xfrm rot="16200000">
          <a:off x="459967" y="-459967"/>
          <a:ext cx="1707206" cy="2627141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 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/>
            </a:rPr>
            <a:t>Exploratory Data Analysis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5400000">
        <a:off x="0" y="0"/>
        <a:ext cx="2627141" cy="1280404"/>
      </dsp:txXfrm>
    </dsp:sp>
    <dsp:sp modelId="{E7BCE7CE-0DAC-4665-B669-8AAD0DE03A7F}">
      <dsp:nvSpPr>
        <dsp:cNvPr id="0" name=""/>
        <dsp:cNvSpPr/>
      </dsp:nvSpPr>
      <dsp:spPr>
        <a:xfrm>
          <a:off x="2627141" y="0"/>
          <a:ext cx="2627141" cy="1707206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2. 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2"/>
            </a:rPr>
            <a:t>Feature Engineering 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27141" y="0"/>
        <a:ext cx="2627141" cy="1280404"/>
      </dsp:txXfrm>
    </dsp:sp>
    <dsp:sp modelId="{D4EE5831-F960-462B-BE45-26F19A00148D}">
      <dsp:nvSpPr>
        <dsp:cNvPr id="0" name=""/>
        <dsp:cNvSpPr/>
      </dsp:nvSpPr>
      <dsp:spPr>
        <a:xfrm rot="10800000">
          <a:off x="0" y="1707206"/>
          <a:ext cx="2627141" cy="1707206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3. 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3"/>
            </a:rPr>
            <a:t>Predictive Modeling 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0" y="2134008"/>
        <a:ext cx="2627141" cy="1280404"/>
      </dsp:txXfrm>
    </dsp:sp>
    <dsp:sp modelId="{EFD550EA-FF20-4570-9548-B573085ED8E4}">
      <dsp:nvSpPr>
        <dsp:cNvPr id="0" name=""/>
        <dsp:cNvSpPr/>
      </dsp:nvSpPr>
      <dsp:spPr>
        <a:xfrm rot="5400000">
          <a:off x="3087109" y="1247238"/>
          <a:ext cx="1707206" cy="2627141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4. 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4"/>
            </a:rPr>
            <a:t>Streamlit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627141" y="2134007"/>
        <a:ext cx="2627141" cy="1280404"/>
      </dsp:txXfrm>
    </dsp:sp>
    <dsp:sp modelId="{4E36B501-03F6-4A53-BF15-329C8B5E2960}">
      <dsp:nvSpPr>
        <dsp:cNvPr id="0" name=""/>
        <dsp:cNvSpPr/>
      </dsp:nvSpPr>
      <dsp:spPr>
        <a:xfrm>
          <a:off x="1838999" y="1280404"/>
          <a:ext cx="1576284" cy="853603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CODE</a:t>
          </a:r>
          <a:endParaRPr lang="en-IN" sz="2400" kern="1200" dirty="0"/>
        </a:p>
      </dsp:txBody>
      <dsp:txXfrm>
        <a:off x="1880668" y="1322073"/>
        <a:ext cx="1492946" cy="77026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3CA14-8076-41F9-B2B8-E49443E64A24}">
      <dsp:nvSpPr>
        <dsp:cNvPr id="0" name=""/>
        <dsp:cNvSpPr/>
      </dsp:nvSpPr>
      <dsp:spPr>
        <a:xfrm>
          <a:off x="1797949" y="1421882"/>
          <a:ext cx="1658383" cy="16583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CODE</a:t>
          </a:r>
          <a:endParaRPr lang="en-IN" sz="3200" kern="1200" dirty="0"/>
        </a:p>
      </dsp:txBody>
      <dsp:txXfrm>
        <a:off x="2040814" y="1664747"/>
        <a:ext cx="1172653" cy="1172653"/>
      </dsp:txXfrm>
    </dsp:sp>
    <dsp:sp modelId="{616118EC-7851-44E6-A36E-D50AF9B2FB67}">
      <dsp:nvSpPr>
        <dsp:cNvPr id="0" name=""/>
        <dsp:cNvSpPr/>
      </dsp:nvSpPr>
      <dsp:spPr>
        <a:xfrm rot="12900000">
          <a:off x="668643" y="1111275"/>
          <a:ext cx="1336392" cy="47263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ABBC9B-AF41-4B5D-B9B1-69A5DF047040}">
      <dsp:nvSpPr>
        <dsp:cNvPr id="0" name=""/>
        <dsp:cNvSpPr/>
      </dsp:nvSpPr>
      <dsp:spPr>
        <a:xfrm>
          <a:off x="1753" y="334147"/>
          <a:ext cx="1575463" cy="12603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 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/>
            </a:rPr>
            <a:t>Exploratory Data Analysis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668" y="371062"/>
        <a:ext cx="1501633" cy="1186541"/>
      </dsp:txXfrm>
    </dsp:sp>
    <dsp:sp modelId="{F6488401-CEBC-4490-81A6-1CFFBFC33682}">
      <dsp:nvSpPr>
        <dsp:cNvPr id="0" name=""/>
        <dsp:cNvSpPr/>
      </dsp:nvSpPr>
      <dsp:spPr>
        <a:xfrm rot="19500000">
          <a:off x="3249246" y="1111275"/>
          <a:ext cx="1336392" cy="47263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BC44CB-AA12-4404-88F9-A6C7915CAE2F}">
      <dsp:nvSpPr>
        <dsp:cNvPr id="0" name=""/>
        <dsp:cNvSpPr/>
      </dsp:nvSpPr>
      <dsp:spPr>
        <a:xfrm>
          <a:off x="3677065" y="334147"/>
          <a:ext cx="1575463" cy="12603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2. 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2"/>
            </a:rPr>
            <a:t>Model Evaluation  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13980" y="371062"/>
        <a:ext cx="1501633" cy="118654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A692B-6F23-45EF-8E21-A72DBABAE157}">
      <dsp:nvSpPr>
        <dsp:cNvPr id="0" name=""/>
        <dsp:cNvSpPr/>
      </dsp:nvSpPr>
      <dsp:spPr>
        <a:xfrm rot="16200000">
          <a:off x="459967" y="-459967"/>
          <a:ext cx="1707206" cy="2627141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  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/>
            </a:rPr>
            <a:t>Exploratory Data Analysis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5400000">
        <a:off x="0" y="0"/>
        <a:ext cx="2627141" cy="1280404"/>
      </dsp:txXfrm>
    </dsp:sp>
    <dsp:sp modelId="{E7BCE7CE-0DAC-4665-B669-8AAD0DE03A7F}">
      <dsp:nvSpPr>
        <dsp:cNvPr id="0" name=""/>
        <dsp:cNvSpPr/>
      </dsp:nvSpPr>
      <dsp:spPr>
        <a:xfrm>
          <a:off x="2627141" y="0"/>
          <a:ext cx="2627141" cy="1707206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2. 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2"/>
            </a:rPr>
            <a:t>Feature Engineering 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27141" y="0"/>
        <a:ext cx="2627141" cy="1280404"/>
      </dsp:txXfrm>
    </dsp:sp>
    <dsp:sp modelId="{D4EE5831-F960-462B-BE45-26F19A00148D}">
      <dsp:nvSpPr>
        <dsp:cNvPr id="0" name=""/>
        <dsp:cNvSpPr/>
      </dsp:nvSpPr>
      <dsp:spPr>
        <a:xfrm rot="10800000">
          <a:off x="0" y="1707206"/>
          <a:ext cx="2627141" cy="1707206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3"/>
            </a:rPr>
            <a:t>Model Training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0" y="2134008"/>
        <a:ext cx="2627141" cy="1280404"/>
      </dsp:txXfrm>
    </dsp:sp>
    <dsp:sp modelId="{EFD550EA-FF20-4570-9548-B573085ED8E4}">
      <dsp:nvSpPr>
        <dsp:cNvPr id="0" name=""/>
        <dsp:cNvSpPr/>
      </dsp:nvSpPr>
      <dsp:spPr>
        <a:xfrm rot="5400000">
          <a:off x="3087109" y="1247238"/>
          <a:ext cx="1707206" cy="2627141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4. 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4"/>
            </a:rPr>
            <a:t>Predictive Analysis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627141" y="2134007"/>
        <a:ext cx="2627141" cy="1280404"/>
      </dsp:txXfrm>
    </dsp:sp>
    <dsp:sp modelId="{4E36B501-03F6-4A53-BF15-329C8B5E2960}">
      <dsp:nvSpPr>
        <dsp:cNvPr id="0" name=""/>
        <dsp:cNvSpPr/>
      </dsp:nvSpPr>
      <dsp:spPr>
        <a:xfrm>
          <a:off x="1838999" y="1280404"/>
          <a:ext cx="1576284" cy="853603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CODE</a:t>
          </a:r>
          <a:endParaRPr lang="en-IN" sz="2400" kern="1200" dirty="0"/>
        </a:p>
      </dsp:txBody>
      <dsp:txXfrm>
        <a:off x="1880668" y="1322073"/>
        <a:ext cx="1492946" cy="7702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FA4F1-6F72-424F-B92D-D65C8687C10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9839F-E3E5-4A24-960D-7C97FB9A56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894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C2DE4-D7E8-E913-6777-787B960B4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D49AC3-6876-20CA-B980-325F759F7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74D751-CC0B-E5DF-8A19-12B04B21B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AF050-DA3D-F362-BCE9-0391137B4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69839F-E3E5-4A24-960D-7C97FB9A560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019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69839F-E3E5-4A24-960D-7C97FB9A560E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054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0B172-507D-F3FE-A375-770C78454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234E27-2C32-C887-7CDA-AADB735D2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6046F-2B78-8588-2C16-E13C64046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AE1EF-4925-C31E-C809-C1C8A1FC6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69839F-E3E5-4A24-960D-7C97FB9A560E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753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D6624-14DB-53D5-3AE1-F93898A3E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40135-B24C-948D-7B3B-946A180D9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842CC1-E262-298F-AD3C-FF33A3B10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C3EC3-BA7B-E8FF-A0F5-CAC29DCE7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69839F-E3E5-4A24-960D-7C97FB9A560E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438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FCCB5-1B0C-5ADF-3EDD-1B6DB0A31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806FE-007B-77B8-572E-60CA0CA98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F9FE1-8120-D277-EBF2-7B319D5D1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53218-7C7E-2EBC-91F2-1C7C7D102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69839F-E3E5-4A24-960D-7C97FB9A560E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0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57D9B-1E80-75EF-690E-6D2606A9D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54F35-F79A-833D-69FA-3D78F1B22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4A2A51-01BF-F84E-5A18-945769DFD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BEE0D-C88B-CA8A-A7E8-6279D5405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69839F-E3E5-4A24-960D-7C97FB9A560E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530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2B78031-C4A1-43A5-BB83-1537542F373C}" type="datetime1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F945BEE-DF82-42E4-8111-459806A65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499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66B62-45E3-4D11-83A8-F2362D557219}" type="datetime1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F945BEE-DF82-42E4-8111-459806A65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214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56539-C319-4B63-B411-99EFBDFB267D}" type="datetime1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45BEE-DF82-42E4-8111-459806A65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231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E7800-28CB-47F3-B34D-764D8E2C4D5A}" type="datetime1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45BEE-DF82-42E4-8111-459806A65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740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6C99-E824-4FB1-BDFA-F6503D5EC292}" type="datetime1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45BEE-DF82-42E4-8111-459806A65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90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93F39BF-72C9-48E0-B248-C0D7E8102D06}" type="datetime1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F945BEE-DF82-42E4-8111-459806A6557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678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3" Type="http://schemas.openxmlformats.org/officeDocument/2006/relationships/slide" Target="slide4.xml"/><Relationship Id="rId7" Type="http://schemas.openxmlformats.org/officeDocument/2006/relationships/slide" Target="slide4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6.xml"/><Relationship Id="rId5" Type="http://schemas.openxmlformats.org/officeDocument/2006/relationships/slide" Target="slide25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m4kjxwj5sfv7q4fynrbn9q.streamlit.app/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python-programming/pandas/data-cleaning" TargetMode="External"/><Relationship Id="rId2" Type="http://schemas.openxmlformats.org/officeDocument/2006/relationships/hyperlink" Target="https://github.com/Srinithya1503/UM-Project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arkdownlivepreview.com/" TargetMode="External"/><Relationship Id="rId4" Type="http://schemas.openxmlformats.org/officeDocument/2006/relationships/hyperlink" Target="https://pypi.org/project/streamli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6DCC-73B7-6A50-D917-241C4CE14B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Data science PRACTITIONER PROJECTS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B7166-59D8-1331-BBEA-EF2E48BE97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Sri Nithya s</a:t>
            </a:r>
          </a:p>
        </p:txBody>
      </p:sp>
    </p:spTree>
    <p:extLst>
      <p:ext uri="{BB962C8B-B14F-4D97-AF65-F5344CB8AC3E}">
        <p14:creationId xmlns:p14="http://schemas.microsoft.com/office/powerpoint/2010/main" val="2712997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92288BC-4292-83B8-045F-A68A94612E2D}"/>
              </a:ext>
            </a:extLst>
          </p:cNvPr>
          <p:cNvSpPr txBox="1">
            <a:spLocks/>
          </p:cNvSpPr>
          <p:nvPr/>
        </p:nvSpPr>
        <p:spPr>
          <a:xfrm>
            <a:off x="556266" y="1459190"/>
            <a:ext cx="11079466" cy="5129750"/>
          </a:xfrm>
          <a:prstGeom prst="rect">
            <a:avLst/>
          </a:prstGeom>
        </p:spPr>
        <p:txBody>
          <a:bodyPr/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Projects List </a:t>
            </a:r>
            <a:endParaRPr lang="en-US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Tools Used</a:t>
            </a:r>
            <a:endParaRPr lang="en-US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– 1</a:t>
            </a:r>
            <a:endParaRPr lang="en-IN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Objectives &amp; Code 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Results &amp; Observations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Interpretation</a:t>
            </a:r>
          </a:p>
          <a:p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– 2</a:t>
            </a:r>
            <a:endParaRPr lang="en-IN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– 3</a:t>
            </a:r>
            <a:endParaRPr lang="en-IN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– 4</a:t>
            </a:r>
            <a:endParaRPr lang="en-IN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References</a:t>
            </a:r>
            <a:endParaRPr lang="en-IN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5E046B-6FD3-46B6-9EAA-61BE8CE7590C}"/>
              </a:ext>
            </a:extLst>
          </p:cNvPr>
          <p:cNvSpPr txBox="1"/>
          <p:nvPr/>
        </p:nvSpPr>
        <p:spPr>
          <a:xfrm>
            <a:off x="4372232" y="662458"/>
            <a:ext cx="3447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22E69-5D01-4524-91FB-1BC9B1BA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9478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2</a:t>
            </a:fld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1100971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91749-CF5B-4B55-3466-7889684E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694" y="628016"/>
            <a:ext cx="11029616" cy="10138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 LIST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190FFAC-8306-2496-77D3-964110D3423E}"/>
              </a:ext>
            </a:extLst>
          </p:cNvPr>
          <p:cNvGrpSpPr/>
          <p:nvPr/>
        </p:nvGrpSpPr>
        <p:grpSpPr>
          <a:xfrm>
            <a:off x="746898" y="2562677"/>
            <a:ext cx="10777412" cy="3481632"/>
            <a:chOff x="746898" y="2128337"/>
            <a:chExt cx="6494162" cy="3481632"/>
          </a:xfrm>
        </p:grpSpPr>
        <p:graphicFrame>
          <p:nvGraphicFramePr>
            <p:cNvPr id="4" name="Diagram 3">
              <a:extLst>
                <a:ext uri="{FF2B5EF4-FFF2-40B4-BE49-F238E27FC236}">
                  <a16:creationId xmlns:a16="http://schemas.microsoft.com/office/drawing/2014/main" id="{3ACA8977-6912-D723-302C-4569C204AE4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91636242"/>
                </p:ext>
              </p:extLst>
            </p:nvPr>
          </p:nvGraphicFramePr>
          <p:xfrm>
            <a:off x="746898" y="2128337"/>
            <a:ext cx="6494162" cy="266608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5" name="Diagram 4">
              <a:extLst>
                <a:ext uri="{FF2B5EF4-FFF2-40B4-BE49-F238E27FC236}">
                  <a16:creationId xmlns:a16="http://schemas.microsoft.com/office/drawing/2014/main" id="{0D6356D2-443C-3ABE-2079-6E5CF53B9A4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143943850"/>
                </p:ext>
              </p:extLst>
            </p:nvPr>
          </p:nvGraphicFramePr>
          <p:xfrm>
            <a:off x="746898" y="4610559"/>
            <a:ext cx="6494162" cy="99941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AC63B-8686-413D-B977-99703743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2" y="6492875"/>
            <a:ext cx="1052508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938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B11B-02CE-325D-1EF9-8E4E828C9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Tools used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B24340-9D4C-903E-363A-8744521FC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4</a:t>
            </a:fld>
            <a:endParaRPr lang="en-IN" sz="140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A3FB6A0-2CD3-34D3-43AC-74477B6848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4500263"/>
              </p:ext>
            </p:extLst>
          </p:nvPr>
        </p:nvGraphicFramePr>
        <p:xfrm>
          <a:off x="2926193" y="2101916"/>
          <a:ext cx="6329018" cy="4219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1644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023AF6-0A17-8411-FFF6-16FC581A6302}"/>
              </a:ext>
            </a:extLst>
          </p:cNvPr>
          <p:cNvSpPr txBox="1"/>
          <p:nvPr/>
        </p:nvSpPr>
        <p:spPr>
          <a:xfrm>
            <a:off x="574031" y="854465"/>
            <a:ext cx="11043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-1 </a:t>
            </a:r>
            <a:r>
              <a:rPr lang="en-I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IBM HR ANALYTICS - EMPLOYEE ATTRITION ANALYTICS</a:t>
            </a:r>
            <a:endParaRPr lang="en-US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9CB671-36AD-6128-1A31-9F59CC6058AB}"/>
              </a:ext>
            </a:extLst>
          </p:cNvPr>
          <p:cNvSpPr txBox="1"/>
          <p:nvPr/>
        </p:nvSpPr>
        <p:spPr>
          <a:xfrm>
            <a:off x="950010" y="1896410"/>
            <a:ext cx="103796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attrition is a critical challenge for organizations, impacting productivity, morale, and long-term costs. This project delivers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HR analytics solution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is leaving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they are leaving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HR policy and retention strategies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64A113A-F082-AB41-2CFA-37CAD3C78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F1EA64-4189-4786-7379-8B7ADC21A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36" y="4204901"/>
            <a:ext cx="10492125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576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0753F-15A3-6C6B-2C0E-65CF755C6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53141-E50B-B56F-C846-D40234B1A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                                              Code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C136F-E9DF-27E8-B400-0BD8F276E3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339" y="2323090"/>
            <a:ext cx="5422390" cy="363304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employee data to understand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attrition patterns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demographics, roles, and organizational factors.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drivers of turnover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explainable machine learning and validated insights.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analytics into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dashboards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support data-driven HR decisions.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proactive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retention strategies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early-risk detection and actionable recommendations.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7FD8E-5968-3A06-6014-708D4681E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4554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Content Placeholder 6">
            <a:extLst>
              <a:ext uri="{FF2B5EF4-FFF2-40B4-BE49-F238E27FC236}">
                <a16:creationId xmlns:a16="http://schemas.microsoft.com/office/drawing/2014/main" id="{8848D90B-A79A-3F53-A324-9084850959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0593486"/>
              </p:ext>
            </p:extLst>
          </p:nvPr>
        </p:nvGraphicFramePr>
        <p:xfrm>
          <a:off x="6188417" y="2541724"/>
          <a:ext cx="5254283" cy="3414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5568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40CEF-521E-E0E6-89F3-B210C3DB7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29EFE1-7FBE-F771-63C2-FC2DB93B6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7</a:t>
            </a:fld>
            <a:endParaRPr lang="en-IN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1491C-1740-04D8-A0F6-C9874A426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59" y="1881279"/>
            <a:ext cx="10511482" cy="30954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6E6BDA-AE1C-CC93-F265-F4E2E1436E55}"/>
              </a:ext>
            </a:extLst>
          </p:cNvPr>
          <p:cNvSpPr txBox="1"/>
          <p:nvPr/>
        </p:nvSpPr>
        <p:spPr>
          <a:xfrm>
            <a:off x="1589903" y="5311764"/>
            <a:ext cx="97618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overall proportion of employees leaving  remains </a:t>
            </a:r>
            <a:r>
              <a:rPr lang="en-US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relatively constant 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across varying </a:t>
            </a:r>
            <a:r>
              <a:rPr lang="en-US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levels of job satisfaction, involvement, work-life balance, and environment satisfaction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CDA820-4C0B-171C-5489-B639B34EADF2}"/>
              </a:ext>
            </a:extLst>
          </p:cNvPr>
          <p:cNvSpPr txBox="1"/>
          <p:nvPr/>
        </p:nvSpPr>
        <p:spPr>
          <a:xfrm>
            <a:off x="3109989" y="758174"/>
            <a:ext cx="5972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271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95F4C-6CFF-9157-865E-795F530FD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DB06DA-BE33-0FDE-1871-5F3C51222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8</a:t>
            </a:fld>
            <a:endParaRPr lang="en-IN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2308EB-09C3-963D-E9E7-80225C604BB1}"/>
              </a:ext>
            </a:extLst>
          </p:cNvPr>
          <p:cNvSpPr txBox="1"/>
          <p:nvPr/>
        </p:nvSpPr>
        <p:spPr>
          <a:xfrm>
            <a:off x="7657904" y="2703900"/>
            <a:ext cx="38219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Involvement, Environment Satisfaction, and Job Satisfaction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identified as the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strongest predictors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employee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levels in these areas indicate an increased likelihood of an employee leaving.</a:t>
            </a:r>
          </a:p>
          <a:p>
            <a:pPr>
              <a:buNone/>
            </a:pPr>
            <a:endParaRPr lang="en-US" dirty="0"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770737-C474-C183-6348-32B87E845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51" y="1422810"/>
            <a:ext cx="6383644" cy="51475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28CA39-9079-2599-420D-9FE6B879B5C0}"/>
              </a:ext>
            </a:extLst>
          </p:cNvPr>
          <p:cNvSpPr txBox="1"/>
          <p:nvPr/>
        </p:nvSpPr>
        <p:spPr>
          <a:xfrm>
            <a:off x="3109989" y="758174"/>
            <a:ext cx="5972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589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AF007-7303-EB02-5E3E-5BCECFE60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A3049F-EB8B-0B69-A1B8-9641FFD1B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9</a:t>
            </a:fld>
            <a:endParaRPr lang="en-IN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0A1235-1A99-B1F7-1EF0-88ACA4D195DC}"/>
              </a:ext>
            </a:extLst>
          </p:cNvPr>
          <p:cNvSpPr txBox="1"/>
          <p:nvPr/>
        </p:nvSpPr>
        <p:spPr>
          <a:xfrm>
            <a:off x="1411826" y="5296376"/>
            <a:ext cx="93683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"Yes" attrition group contains a higher concentration of individuals who accumulated substantial time within the same role  without significant vertical movement.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6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ack of upward mobility </a:t>
            </a: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 non-advancing position is a primary trigger for employees to seek opportunities elsewhere.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66A0FE-850D-85F0-A36E-5EFA10CD0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826" y="1377663"/>
            <a:ext cx="9368348" cy="37641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8D230A-2375-5D86-A6B0-90DA08A8C41C}"/>
              </a:ext>
            </a:extLst>
          </p:cNvPr>
          <p:cNvSpPr txBox="1"/>
          <p:nvPr/>
        </p:nvSpPr>
        <p:spPr>
          <a:xfrm>
            <a:off x="3109989" y="758174"/>
            <a:ext cx="5972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761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E7732-8926-8571-10C0-C01012594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8B3172-8D9C-D113-F7EB-7A8498B2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10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8563B9-8475-3FEE-92F3-EEE6A6E35715}"/>
              </a:ext>
            </a:extLst>
          </p:cNvPr>
          <p:cNvSpPr txBox="1"/>
          <p:nvPr/>
        </p:nvSpPr>
        <p:spPr>
          <a:xfrm>
            <a:off x="3109989" y="758174"/>
            <a:ext cx="5972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71614D-1DC2-E3EE-9F52-5178C1324FBD}"/>
              </a:ext>
            </a:extLst>
          </p:cNvPr>
          <p:cNvSpPr txBox="1"/>
          <p:nvPr/>
        </p:nvSpPr>
        <p:spPr>
          <a:xfrm>
            <a:off x="7778580" y="1997586"/>
            <a:ext cx="3601994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clear dominance of blue segments confirms that the majority of the workforce in most roles chooses to stay with the company, but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attrition hotspots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 in specific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high-volume roles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and R&amp;D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Executive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(17% attrition) and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Laboratory Technician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(24% attrition) roles have the highest specific turnover rates.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CFD98D-E96D-7818-376B-28F1C932F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26" y="1479088"/>
            <a:ext cx="6967154" cy="497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90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F7B18-3BFF-BDC0-AB6C-2EB864C57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80F3F8-14C4-73E7-9FA2-61BA1F43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11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056D70-F374-0AF4-C63B-734A9DFA5A8D}"/>
              </a:ext>
            </a:extLst>
          </p:cNvPr>
          <p:cNvSpPr txBox="1"/>
          <p:nvPr/>
        </p:nvSpPr>
        <p:spPr>
          <a:xfrm>
            <a:off x="3405400" y="832570"/>
            <a:ext cx="53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– Feature Engineering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0E12B-F412-BD55-C460-670A1609A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056" y="1654219"/>
            <a:ext cx="7571888" cy="437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056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42152-F042-C4CF-7B4A-E3C9EAA63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02AFB8-2B3B-B4AC-AB95-2FB2154B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12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3C90A6-5147-CE11-B9B2-C3005E6406C9}"/>
              </a:ext>
            </a:extLst>
          </p:cNvPr>
          <p:cNvSpPr txBox="1"/>
          <p:nvPr/>
        </p:nvSpPr>
        <p:spPr>
          <a:xfrm>
            <a:off x="4094600" y="807856"/>
            <a:ext cx="400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3 - Modeling - 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B12526-BA10-D595-149D-A9347FAC5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560" y="1472674"/>
            <a:ext cx="4749680" cy="49683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A012D1-5DEA-D169-B4CF-1E3585A522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773" r="12583"/>
          <a:stretch>
            <a:fillRect/>
          </a:stretch>
        </p:blipFill>
        <p:spPr>
          <a:xfrm>
            <a:off x="806742" y="1472674"/>
            <a:ext cx="3929594" cy="463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179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5EFCE2-DEDD-4351-EBE1-57A9D507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13</a:t>
            </a:fld>
            <a:endParaRPr lang="en-IN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504C87-1BAD-EEF7-7B8B-CF54C65BA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696" y="1443263"/>
            <a:ext cx="9619488" cy="52321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355B87-AC16-19FA-4198-F33BE26FC6C2}"/>
              </a:ext>
            </a:extLst>
          </p:cNvPr>
          <p:cNvSpPr txBox="1"/>
          <p:nvPr/>
        </p:nvSpPr>
        <p:spPr>
          <a:xfrm>
            <a:off x="2286370" y="767438"/>
            <a:ext cx="7802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3.1 - HR Analytics Dashboard – KPI Visualization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602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918967-F028-272A-9038-C07991BB6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656" y="1461770"/>
            <a:ext cx="9619488" cy="523217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8AE6B3-44A3-9228-BB77-6071A8FB6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68DBFE-F753-D694-5004-A0906937A8D6}"/>
              </a:ext>
            </a:extLst>
          </p:cNvPr>
          <p:cNvSpPr txBox="1"/>
          <p:nvPr/>
        </p:nvSpPr>
        <p:spPr>
          <a:xfrm>
            <a:off x="1940629" y="791986"/>
            <a:ext cx="8615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3.2 - HR Analytics Dashboard – Demographic Visualization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862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CE05B1-E540-C628-5CF0-1F47712EC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796" y="1461770"/>
            <a:ext cx="9642348" cy="523217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8ECF00-44E1-C144-09E9-0285801B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IN" sz="140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DECAEC-7A52-9A60-E891-8DACDE29925A}"/>
              </a:ext>
            </a:extLst>
          </p:cNvPr>
          <p:cNvSpPr txBox="1"/>
          <p:nvPr/>
        </p:nvSpPr>
        <p:spPr>
          <a:xfrm>
            <a:off x="1864902" y="779629"/>
            <a:ext cx="8744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3.3 - HR Analytics Dashboard – Retention Risk Visualization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120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DD526-DA26-A050-EDC0-96B814023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40AAA-E91C-DEB6-FEEC-341A01AD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A947B-4191-D675-6488-C0ABBB430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130" y="2429050"/>
            <a:ext cx="11029616" cy="3350731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Attrition is driven primarily by work strain (overtime, travel), career stagnation, and low engagement, with compensation acting as a stabilizing threshold rather than a primary trigger.</a:t>
            </a:r>
          </a:p>
          <a:p>
            <a:pPr algn="just"/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Attrition Prevention Strategies: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retention efforts on employees with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involvement and long promotion gaps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compensation as a stabilizer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sole lever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model outputs as early‑warning signals, not termination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67024-E30E-4D64-51C9-54B8B05BA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2" y="6492875"/>
            <a:ext cx="1052508" cy="365125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16</a:t>
            </a:fld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3669066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363F4-5DB6-134E-DDAE-4E382AACB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4CD68-E0F0-2057-E7AA-42F10643BA8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35387" y="738746"/>
            <a:ext cx="9608923" cy="84647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- 1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FD9CA3-9D0F-9969-0433-B7AB12D79B18}"/>
              </a:ext>
            </a:extLst>
          </p:cNvPr>
          <p:cNvSpPr txBox="1"/>
          <p:nvPr/>
        </p:nvSpPr>
        <p:spPr>
          <a:xfrm>
            <a:off x="2099917" y="931148"/>
            <a:ext cx="8756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-2</a:t>
            </a:r>
            <a:r>
              <a:rPr lang="en-I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MANAGEMNET 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9A554B-2605-FC60-C790-6A60DE4DACB1}"/>
              </a:ext>
            </a:extLst>
          </p:cNvPr>
          <p:cNvSpPr txBox="1"/>
          <p:nvPr/>
        </p:nvSpPr>
        <p:spPr>
          <a:xfrm>
            <a:off x="950009" y="2141907"/>
            <a:ext cx="103796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implements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Learning-powered Supply Chain Optimization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Fashion &amp; Beauty startup. Using historical supply chain data, we build predictive models to forecast product demand, optimize inventory levels, and identify operational bottlenecks that impact revenue and efficiency.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2A660C-5615-E6B1-9581-B062D8DD9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78F249-D75B-0E58-FCBD-18F77E905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09" y="3867232"/>
            <a:ext cx="10492125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53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8A1D6-702C-97AF-D97B-2ACACD9A3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E9928-62AC-73D2-6AA3-3B2042BCB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                                               Code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F6A5C-D7BF-2590-B4DC-060985C80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339" y="2323090"/>
            <a:ext cx="5422390" cy="363304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end-to-end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analytics pipeline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data exploration to predictive modeling and dashboard deployment.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drivers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demand, inventory risk, and operational efficiency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business-aligned feature engineering.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interpretable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prediction model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explainability to support data-driven making.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analytical insights into an interactive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 dashboard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practical supply chain optimization.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011CBD7-3773-5403-0A60-A6ED89C7682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20436119"/>
              </p:ext>
            </p:extLst>
          </p:nvPr>
        </p:nvGraphicFramePr>
        <p:xfrm>
          <a:off x="6188074" y="2446638"/>
          <a:ext cx="5254283" cy="3414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5BC2A-ED73-F245-DD96-9F3420649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4554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832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BC2EBB-253A-C9FC-759C-EAB2BE823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19</a:t>
            </a:fld>
            <a:endParaRPr lang="en-IN" sz="1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1492E2-8BD6-969A-406F-4707FA1EF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477" y="1746570"/>
            <a:ext cx="4603536" cy="33648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F1D1FD-0E4F-8AE9-6BA7-67D278BC2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746570"/>
            <a:ext cx="4603535" cy="33648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89849A-EDC9-9569-F090-9E5C1B892C9C}"/>
              </a:ext>
            </a:extLst>
          </p:cNvPr>
          <p:cNvSpPr txBox="1"/>
          <p:nvPr/>
        </p:nvSpPr>
        <p:spPr>
          <a:xfrm>
            <a:off x="1519881" y="5412259"/>
            <a:ext cx="4023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Skincare generate the highest revenue.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28441E-F1E4-1220-8EC5-E9C37DD4D28C}"/>
              </a:ext>
            </a:extLst>
          </p:cNvPr>
          <p:cNvSpPr txBox="1"/>
          <p:nvPr/>
        </p:nvSpPr>
        <p:spPr>
          <a:xfrm>
            <a:off x="7475838" y="5276335"/>
            <a:ext cx="3802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Skincare products show the highest variability and demand as well.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4BE69B-4F28-F417-1C98-37D73D3FF715}"/>
              </a:ext>
            </a:extLst>
          </p:cNvPr>
          <p:cNvSpPr txBox="1"/>
          <p:nvPr/>
        </p:nvSpPr>
        <p:spPr>
          <a:xfrm>
            <a:off x="2667000" y="799410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519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61550-CA14-6F27-7EBE-F4BED22C1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151DEB-EAD5-F8E7-F4F4-E1D6863F6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20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2D0C48-3D04-48E2-ACF8-DA2C2E6E1A19}"/>
              </a:ext>
            </a:extLst>
          </p:cNvPr>
          <p:cNvSpPr txBox="1"/>
          <p:nvPr/>
        </p:nvSpPr>
        <p:spPr>
          <a:xfrm>
            <a:off x="2667000" y="728960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934C4A-18F0-9796-4762-8D10FFD406ED}"/>
              </a:ext>
            </a:extLst>
          </p:cNvPr>
          <p:cNvSpPr txBox="1"/>
          <p:nvPr/>
        </p:nvSpPr>
        <p:spPr>
          <a:xfrm>
            <a:off x="7519524" y="3090903"/>
            <a:ext cx="4176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slight inverse relationship; as costs go up, revenue tends to go down.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9E1B5AA-EDB8-AA07-30A6-9B5BB01C9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36" y="1652290"/>
            <a:ext cx="679132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683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0F863-C505-7F6D-2B3F-7E6D4BBDF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58FBC4-8180-497A-61FA-B8D5656A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21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F10BE-A4E7-165C-A60D-C4E5EFB70955}"/>
              </a:ext>
            </a:extLst>
          </p:cNvPr>
          <p:cNvSpPr txBox="1"/>
          <p:nvPr/>
        </p:nvSpPr>
        <p:spPr>
          <a:xfrm>
            <a:off x="2998779" y="878230"/>
            <a:ext cx="6194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157023-0FDE-ACC2-FF17-89ECE35DB9D3}"/>
              </a:ext>
            </a:extLst>
          </p:cNvPr>
          <p:cNvSpPr txBox="1"/>
          <p:nvPr/>
        </p:nvSpPr>
        <p:spPr>
          <a:xfrm>
            <a:off x="7957126" y="2644170"/>
            <a:ext cx="37916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Skincare has the highest turnover, indicating it is the most efficient and fastest-moving product category.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Cosmetics inventory moves slower than other types, resulting in a higher DSI and increased holding costs.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A3BD6C-FB55-95A7-DB3E-F2EA04240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51" y="1783337"/>
            <a:ext cx="7244975" cy="361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469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1E573-5269-4EED-A8DF-AF0C2B2AF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AADD6E-46B2-629B-CA4C-6EEEB6FFF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22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9B8895-7534-F132-57F8-17CCE6BCA9C6}"/>
              </a:ext>
            </a:extLst>
          </p:cNvPr>
          <p:cNvSpPr txBox="1"/>
          <p:nvPr/>
        </p:nvSpPr>
        <p:spPr>
          <a:xfrm>
            <a:off x="3017314" y="674679"/>
            <a:ext cx="6157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6B10C8-6A92-7DCF-837C-048EE6AB853F}"/>
              </a:ext>
            </a:extLst>
          </p:cNvPr>
          <p:cNvSpPr txBox="1"/>
          <p:nvPr/>
        </p:nvSpPr>
        <p:spPr>
          <a:xfrm>
            <a:off x="7636085" y="2135992"/>
            <a:ext cx="38437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costs are driven primarily by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volume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 than unit price fluctuations.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Simply increasing prices may not lead to higher returns and that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likely driven by other factors like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type or brand loyalty.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 times, defect rates, and shipping costs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not yet hurting the top-line revenue, but they represent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 risks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9D046E-0335-FE61-3F4F-7115C380A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95" y="1223070"/>
            <a:ext cx="7086490" cy="524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72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FF7FF-7CB0-98F5-8068-F453FE1D7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3CC098-0C30-9939-8AF2-40EB8CDA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23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AE551D-3B27-EE34-EC34-8EF9EC3B8A99}"/>
              </a:ext>
            </a:extLst>
          </p:cNvPr>
          <p:cNvSpPr txBox="1"/>
          <p:nvPr/>
        </p:nvSpPr>
        <p:spPr>
          <a:xfrm>
            <a:off x="4104605" y="653934"/>
            <a:ext cx="3982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2 - Modeling 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27A4D7F-67F6-A663-8A5C-2F845297D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291" y="1232680"/>
            <a:ext cx="5079733" cy="5384144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2EDA1EC8-C016-B8A0-1897-0A5B3723A74C}"/>
              </a:ext>
            </a:extLst>
          </p:cNvPr>
          <p:cNvSpPr/>
          <p:nvPr/>
        </p:nvSpPr>
        <p:spPr>
          <a:xfrm>
            <a:off x="6512011" y="1383957"/>
            <a:ext cx="1268551" cy="30450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8332EE7-D185-8838-E0B8-91B35F8BF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7" y="1443465"/>
            <a:ext cx="3822523" cy="496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54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86F560-4482-686C-BC4C-DA3687EA6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24</a:t>
            </a:fld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05A64B-7335-A4D7-963B-39E6E5F2F106}"/>
              </a:ext>
            </a:extLst>
          </p:cNvPr>
          <p:cNvSpPr txBox="1"/>
          <p:nvPr/>
        </p:nvSpPr>
        <p:spPr>
          <a:xfrm>
            <a:off x="3246120" y="822960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3 - Streamlit Dashboard – Insights Overview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7D15B7-3C4E-D54D-38A4-5DECD7CC8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06" y="1485900"/>
            <a:ext cx="10879787" cy="4865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6C6E63-ED04-CCFE-6684-6D7632397DD1}"/>
              </a:ext>
            </a:extLst>
          </p:cNvPr>
          <p:cNvSpPr txBox="1"/>
          <p:nvPr/>
        </p:nvSpPr>
        <p:spPr>
          <a:xfrm>
            <a:off x="10201363" y="6488668"/>
            <a:ext cx="1334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/>
                </a:solidFill>
                <a:hlinkClick r:id="rId3"/>
              </a:rPr>
              <a:t>Dashboard</a:t>
            </a:r>
            <a:endParaRPr lang="en-IN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631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29258-F117-0C12-8A10-DE314CB12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93458-7904-63C0-4FFE-8DECA68AF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130" y="2805113"/>
            <a:ext cx="11029616" cy="296154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nature of dataset is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and cross sectional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 time series), constraining the SHAP explanations to only training distributions. </a:t>
            </a:r>
          </a:p>
          <a:p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Pressure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leading indicator.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modeling framework demonstrates that demand in supply chains is </a:t>
            </a:r>
            <a: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supply-constrained rather than cost-driven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552D4-1B86-2C6D-D1F6-7B5E0447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2" y="6492875"/>
            <a:ext cx="1052508" cy="365125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25</a:t>
            </a:fld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661246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0B361-9A8C-92ED-02D8-DA8818990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78D9-00B9-1222-1713-CA27DB9D4CF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35387" y="738746"/>
            <a:ext cx="9608923" cy="84647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- 1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28D5BB-B70C-4266-BCB2-29862DF8A274}"/>
              </a:ext>
            </a:extLst>
          </p:cNvPr>
          <p:cNvSpPr txBox="1"/>
          <p:nvPr/>
        </p:nvSpPr>
        <p:spPr>
          <a:xfrm>
            <a:off x="527092" y="921034"/>
            <a:ext cx="11225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-3 SALES ANALYTICS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SUPERMART 360: RETAIL PROFIT ANALYTICS &amp; PREDICTIVE MODELING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B5CD57-A229-E8A2-2792-6C0D71DF1C13}"/>
              </a:ext>
            </a:extLst>
          </p:cNvPr>
          <p:cNvSpPr txBox="1"/>
          <p:nvPr/>
        </p:nvSpPr>
        <p:spPr>
          <a:xfrm>
            <a:off x="1006473" y="2265018"/>
            <a:ext cx="103796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retail analytics combining Exploratory Data Analysis (EDA) and Machine Learning to understand profit drivers and evaluate the feasibility of profit prediction in a grocery retail setting.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Supermart360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portfolio data science project built on grocery retail transaction data.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AA7D86-8096-099E-E9D4-8A436340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1C1C41-769A-D5D9-BF30-69603280B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473" y="3978334"/>
            <a:ext cx="10492125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0897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D28E1-EB4E-0C94-3815-CD28177CA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1260D-C0E8-89C6-4D7E-01B333BB1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                                               Code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001F6-7395-76C8-304A-348DA1792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339" y="2323090"/>
            <a:ext cx="5422390" cy="363304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end-to-end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analytics pipeline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data exploration to predictive modeling and dashboard deployment.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drivers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demand, inventory risk, and operational efficiency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business-aligned feature engineering.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interpretable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prediction model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explainability to support data-driven making.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analytical insights into an interactive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 dashboard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practical supply chain optimization.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711E7D0-B11B-E9B0-449C-268ED64DCB9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82161512"/>
              </p:ext>
            </p:extLst>
          </p:nvPr>
        </p:nvGraphicFramePr>
        <p:xfrm>
          <a:off x="6188074" y="2446638"/>
          <a:ext cx="5254283" cy="3414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9198F-E527-136B-A4E6-515572FD2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4554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2402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9D6B3-55FA-41B4-4D43-DE64643A1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1EE95F-16BE-5B49-336E-88EF2DBC7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28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7155C2-6FAB-2299-170B-9561AD3C2CE1}"/>
              </a:ext>
            </a:extLst>
          </p:cNvPr>
          <p:cNvSpPr txBox="1"/>
          <p:nvPr/>
        </p:nvSpPr>
        <p:spPr>
          <a:xfrm>
            <a:off x="2962337" y="753359"/>
            <a:ext cx="6267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30921E-DCCE-7CD3-95F6-F90A0F911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0" y="1223070"/>
            <a:ext cx="4686300" cy="27765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D45A73-2700-015E-C3FE-5D2F7D326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423" y="1469106"/>
            <a:ext cx="4272751" cy="25315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049374-313E-2AF5-4915-DEA1CF668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953" y="4007653"/>
            <a:ext cx="4686299" cy="277653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39986CF-F31A-DE64-9AC1-03EC3343C26E}"/>
              </a:ext>
            </a:extLst>
          </p:cNvPr>
          <p:cNvSpPr txBox="1"/>
          <p:nvPr/>
        </p:nvSpPr>
        <p:spPr>
          <a:xfrm>
            <a:off x="366709" y="4007653"/>
            <a:ext cx="3538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Uniform Revenue Generation </a:t>
            </a:r>
          </a:p>
          <a:p>
            <a:r>
              <a:rPr lang="en-IN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(500 – 2500 Units)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CBC74D-205D-175A-A318-ECDA42B0AB42}"/>
              </a:ext>
            </a:extLst>
          </p:cNvPr>
          <p:cNvSpPr txBox="1"/>
          <p:nvPr/>
        </p:nvSpPr>
        <p:spPr>
          <a:xfrm>
            <a:off x="5506997" y="2318951"/>
            <a:ext cx="1631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 Driven Profitability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91AAD6-35C0-B304-76F3-5264174433AC}"/>
              </a:ext>
            </a:extLst>
          </p:cNvPr>
          <p:cNvSpPr txBox="1"/>
          <p:nvPr/>
        </p:nvSpPr>
        <p:spPr>
          <a:xfrm>
            <a:off x="8698252" y="5104551"/>
            <a:ext cx="3188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Tiered Promotional Strategy</a:t>
            </a:r>
          </a:p>
          <a:p>
            <a:r>
              <a:rPr lang="en-IN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(rule based promotion)</a:t>
            </a:r>
          </a:p>
        </p:txBody>
      </p:sp>
    </p:spTree>
    <p:extLst>
      <p:ext uri="{BB962C8B-B14F-4D97-AF65-F5344CB8AC3E}">
        <p14:creationId xmlns:p14="http://schemas.microsoft.com/office/powerpoint/2010/main" val="34563114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AC28E7-8EA4-2064-F070-F9E3B48B6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27CE17-FB4D-B0F5-7934-38E52534D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274" y="1430415"/>
            <a:ext cx="8453271" cy="41777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5EAECA-020E-C9FF-50AF-E0293283146B}"/>
              </a:ext>
            </a:extLst>
          </p:cNvPr>
          <p:cNvSpPr txBox="1"/>
          <p:nvPr/>
        </p:nvSpPr>
        <p:spPr>
          <a:xfrm>
            <a:off x="3523940" y="788148"/>
            <a:ext cx="6040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4ABA76-C8D1-7D41-A2CF-12EA1AFAFD65}"/>
              </a:ext>
            </a:extLst>
          </p:cNvPr>
          <p:cNvSpPr txBox="1"/>
          <p:nvPr/>
        </p:nvSpPr>
        <p:spPr>
          <a:xfrm>
            <a:off x="2140293" y="5815533"/>
            <a:ext cx="79114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Kanyakumari and Virudhunagar 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the most underperforming regions, likely due to </a:t>
            </a:r>
            <a:r>
              <a:rPr lang="en-US" b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localized logistical costs 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 aggressive discounting in those areas.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26D667-A9B5-B416-D38B-02EAB7CCD1B7}"/>
              </a:ext>
            </a:extLst>
          </p:cNvPr>
          <p:cNvSpPr/>
          <p:nvPr/>
        </p:nvSpPr>
        <p:spPr>
          <a:xfrm>
            <a:off x="1983071" y="4961856"/>
            <a:ext cx="1588031" cy="4657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771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341B4-114E-6D93-6ADB-915FB3F70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0C4427-6D0F-69B9-9099-503136FBA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05282E-2CB2-5CF2-2ADD-DEFF4BB55138}"/>
              </a:ext>
            </a:extLst>
          </p:cNvPr>
          <p:cNvSpPr txBox="1"/>
          <p:nvPr/>
        </p:nvSpPr>
        <p:spPr>
          <a:xfrm>
            <a:off x="2994185" y="836740"/>
            <a:ext cx="6194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AF580F-EECF-C7E5-652A-8191B6D326B2}"/>
              </a:ext>
            </a:extLst>
          </p:cNvPr>
          <p:cNvSpPr txBox="1"/>
          <p:nvPr/>
        </p:nvSpPr>
        <p:spPr>
          <a:xfrm>
            <a:off x="2135699" y="5592166"/>
            <a:ext cx="79114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has significant growth peak during the </a:t>
            </a:r>
            <a:r>
              <a:rPr lang="en-US" b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November festive season 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 maintaining a consistent seasonal rhythm that allows for predictable inventory planning.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35246C-BBC6-285A-BD05-F34F32B85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141" y="1479007"/>
            <a:ext cx="8272972" cy="408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224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00304-ACB0-B5E7-B57B-3343F3392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C6F146-7BBB-0946-0D35-661AF0E2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A7C41-2D69-D096-12B7-0D58E595BABC}"/>
              </a:ext>
            </a:extLst>
          </p:cNvPr>
          <p:cNvSpPr txBox="1"/>
          <p:nvPr/>
        </p:nvSpPr>
        <p:spPr>
          <a:xfrm>
            <a:off x="3246120" y="822960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5C88B9-EA4C-96FC-A912-61666A55D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0" y="1372446"/>
            <a:ext cx="7257536" cy="49488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75F1D2-29AA-7E14-B8D3-9A700009C3D2}"/>
              </a:ext>
            </a:extLst>
          </p:cNvPr>
          <p:cNvSpPr txBox="1"/>
          <p:nvPr/>
        </p:nvSpPr>
        <p:spPr>
          <a:xfrm>
            <a:off x="7838726" y="2415693"/>
            <a:ext cx="35834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 and Soft Drinks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clear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 leaders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significantly exceeding the average profitability.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Kitchen essentials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Rice, Atta, and Chicken underperform, highlighting a business model where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processed goods subsidize low-margin raw staples.</a:t>
            </a:r>
            <a:endParaRPr lang="en-I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0863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90D8C-1E6D-6536-FDA6-700E4437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533672-8A34-03E4-1EFE-381A87DE1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96C617-DFD0-2316-4064-BE03E72899DE}"/>
              </a:ext>
            </a:extLst>
          </p:cNvPr>
          <p:cNvSpPr txBox="1"/>
          <p:nvPr/>
        </p:nvSpPr>
        <p:spPr>
          <a:xfrm>
            <a:off x="3246120" y="822960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EF945B-DA32-85D9-8D0F-E1FBFEC00D79}"/>
              </a:ext>
            </a:extLst>
          </p:cNvPr>
          <p:cNvSpPr txBox="1"/>
          <p:nvPr/>
        </p:nvSpPr>
        <p:spPr>
          <a:xfrm>
            <a:off x="8056606" y="2574637"/>
            <a:ext cx="34598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Discounting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the cause of low profitability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bottom performers.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the High-Margin (Top 5) and Low-Margin (Bottom 5) sub-categories share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nearly identical discount structures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5F72B-895B-15A1-BEDF-172FFC5F5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02" y="1607909"/>
            <a:ext cx="7011052" cy="451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162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8A504-76C3-845F-36FC-2CC79D3D7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8CB1ED-58D0-CF51-BF0B-DD1F24D8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33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1D82A1-9B45-4B8E-590B-1AE45959FD4D}"/>
              </a:ext>
            </a:extLst>
          </p:cNvPr>
          <p:cNvSpPr txBox="1"/>
          <p:nvPr/>
        </p:nvSpPr>
        <p:spPr>
          <a:xfrm>
            <a:off x="3391049" y="832570"/>
            <a:ext cx="5554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– Feature Engineering 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377CDF-3734-FF00-DD2D-8DAC8D655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994" y="1654219"/>
            <a:ext cx="7706012" cy="437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9885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60E74-8F54-824A-52F4-C547CC903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865A71-3F9E-8792-366B-D8087BC7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34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5053E-C332-CAA5-0BF9-291E24CA483C}"/>
              </a:ext>
            </a:extLst>
          </p:cNvPr>
          <p:cNvSpPr txBox="1"/>
          <p:nvPr/>
        </p:nvSpPr>
        <p:spPr>
          <a:xfrm>
            <a:off x="4251513" y="807856"/>
            <a:ext cx="4489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3 - Modeling - 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785BC9-A449-57BC-C56F-D4CDAB621998}"/>
              </a:ext>
            </a:extLst>
          </p:cNvPr>
          <p:cNvSpPr txBox="1"/>
          <p:nvPr/>
        </p:nvSpPr>
        <p:spPr>
          <a:xfrm>
            <a:off x="6804660" y="2248701"/>
            <a:ext cx="44894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  <a:p>
            <a:endParaRPr lang="en-IN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Hyperparameter tuned RF model didn’t outperform the baseline model  (R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=0.33, MAE, RMSE slightly worsened).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reached a feature ceiling, not a model ceiling.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target variable: Profit Margin is predicted using baseline RF Regressor.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3C57E0-583E-1A04-5701-1CD0D51E13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96" r="10768"/>
          <a:stretch>
            <a:fillRect/>
          </a:stretch>
        </p:blipFill>
        <p:spPr>
          <a:xfrm>
            <a:off x="584887" y="1663753"/>
            <a:ext cx="5511113" cy="479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5205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124A3-07A0-D4DD-BCA0-2F6077B62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484B97-E518-A319-2540-7F8460497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35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AF89CC-E014-CAB4-1B8F-94F8BFE64676}"/>
              </a:ext>
            </a:extLst>
          </p:cNvPr>
          <p:cNvSpPr txBox="1"/>
          <p:nvPr/>
        </p:nvSpPr>
        <p:spPr>
          <a:xfrm>
            <a:off x="3964854" y="783143"/>
            <a:ext cx="4262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3 - Modeling - SHAP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7F4C74-A97E-1AD6-F9F6-16DFA2A8C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751" y="1403640"/>
            <a:ext cx="8468498" cy="505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0735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8814A-7583-3970-A73E-979B0A76A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A44F6-09E5-4A9E-8CD7-5E0252C3D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4530C-C635-F3D5-67D5-2AF43000F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623" y="2023672"/>
            <a:ext cx="11270754" cy="4370349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baseline Random Forest Regressor is the best-performing and most reliable model for this dataset because of the following limitations:</a:t>
            </a:r>
          </a:p>
          <a:p>
            <a:pPr marL="324000" lvl="1" indent="0" algn="just">
              <a:buNone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Synthetic training dataset</a:t>
            </a:r>
          </a:p>
          <a:p>
            <a:pPr marL="324000" lvl="1" indent="0" algn="just">
              <a:buNone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cost, supplier, or procurement features</a:t>
            </a:r>
          </a:p>
          <a:p>
            <a:pPr marL="324000" lvl="1" indent="0" algn="just">
              <a:buNone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 closely tied to Sales by construction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volume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primary driver of profit.</a:t>
            </a:r>
          </a:p>
          <a:p>
            <a:pPr algn="just"/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Discount strategy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influences profit but within a constrained range.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and category effects exist but are secondary.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profit improvements require </a:t>
            </a:r>
            <a: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 growth or pricing policy changes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79D35-D010-B587-2DFE-EF6EB87F3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2" y="6492875"/>
            <a:ext cx="1052508" cy="365125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36</a:t>
            </a:fld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2210663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EC0E9-9DE5-7A1F-8525-58DAFBF7C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F5647-9BEC-31E4-CE88-C3AC2C9E76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35387" y="738746"/>
            <a:ext cx="9608923" cy="84647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- 1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D2AE1A-19BF-DBC8-F647-8DA6D92A9CC6}"/>
              </a:ext>
            </a:extLst>
          </p:cNvPr>
          <p:cNvSpPr txBox="1"/>
          <p:nvPr/>
        </p:nvSpPr>
        <p:spPr>
          <a:xfrm>
            <a:off x="1124550" y="961926"/>
            <a:ext cx="9942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-4 – DRUGS SIDE EFFECTS TO MEDICAL CONDITION PREDICTION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ABB47F-24A1-2F89-227A-90673ACE8F66}"/>
              </a:ext>
            </a:extLst>
          </p:cNvPr>
          <p:cNvSpPr txBox="1"/>
          <p:nvPr/>
        </p:nvSpPr>
        <p:spPr>
          <a:xfrm>
            <a:off x="1006473" y="1880971"/>
            <a:ext cx="103796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builds an end-to-end Natural Language Processing (NLP) pipeline to predict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condition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associated with a drug based solely on its reported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 effects 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project demonstrates how to: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signal from noisy medical text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imbalanced multi-class clinical data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predictions that communicate both outcome and confidence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8CB96DC-B9CF-A80F-B98D-CE3BADC67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0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CD4171-9A9A-95DE-E304-84575C376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52" y="3995548"/>
            <a:ext cx="10504318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2266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59E18-54E6-B531-DD6D-9B01FF44C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65390-AB66-5F79-89CF-7F47824D6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3AC37-C13D-0702-902B-A05F66ED3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4696" y="2446638"/>
            <a:ext cx="5422390" cy="363304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pipeline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predicts a drug’s associated medical condition using side-effects text.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and machine learning models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meaningful clinical signals from unstructured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scoring and Top-K predictions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safer, uncertainty-aware decision making.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an interpretable,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reproducible system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clinical analytics and pharmacovigilance use cases.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EDFA846-12FB-712B-ECF8-3AE61290C90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70731591"/>
              </p:ext>
            </p:extLst>
          </p:nvPr>
        </p:nvGraphicFramePr>
        <p:xfrm>
          <a:off x="6188074" y="2446638"/>
          <a:ext cx="5254283" cy="3414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3A557F-DDEB-F3E6-F563-CF573038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4554" y="6492875"/>
            <a:ext cx="1052510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1231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9B83C-999F-8619-0A6A-62B5B1F78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76F504-77B1-5C35-7B7B-DF36CED40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39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ED4178-2DA9-2575-8E4D-9779B10EF4D9}"/>
              </a:ext>
            </a:extLst>
          </p:cNvPr>
          <p:cNvSpPr txBox="1"/>
          <p:nvPr/>
        </p:nvSpPr>
        <p:spPr>
          <a:xfrm>
            <a:off x="3246120" y="822960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5F4B10-B884-D23D-30D0-477BA65CF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41" y="1621087"/>
            <a:ext cx="7997838" cy="46240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BD1CAE-B538-ACF7-8DF4-068218908BFC}"/>
              </a:ext>
            </a:extLst>
          </p:cNvPr>
          <p:cNvSpPr txBox="1"/>
          <p:nvPr/>
        </p:nvSpPr>
        <p:spPr>
          <a:xfrm>
            <a:off x="8958649" y="2879124"/>
            <a:ext cx="2521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imbalanced dataset with 47 classes – unstable.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rare classes into Other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2153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519FB-3FF3-12F6-1319-936B606AC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9E504A-0C1A-841E-B0B9-703C15F1C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40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9616AE-C2C0-47E0-53F6-EDC5ED93C3C7}"/>
              </a:ext>
            </a:extLst>
          </p:cNvPr>
          <p:cNvSpPr txBox="1"/>
          <p:nvPr/>
        </p:nvSpPr>
        <p:spPr>
          <a:xfrm>
            <a:off x="3246120" y="822960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A8980D-2827-298A-C3DF-B191C38247B4}"/>
              </a:ext>
            </a:extLst>
          </p:cNvPr>
          <p:cNvSpPr txBox="1"/>
          <p:nvPr/>
        </p:nvSpPr>
        <p:spPr>
          <a:xfrm>
            <a:off x="7351648" y="2373898"/>
            <a:ext cx="42641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 Imbalance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99%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dataset lives under ~5K characters.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 ~1% is 8×–10× longer than the rest.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regulatory-style monographs, not typical side-effect summaries.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4AA28E-AA7C-2103-459D-3684E6187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51" y="1409291"/>
            <a:ext cx="6303614" cy="47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89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075D8-D172-E620-3FC9-3A2B57AAD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2F22D0-5F30-D74F-3377-33514004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41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456AD-8C30-4EA3-014A-14F576D42465}"/>
              </a:ext>
            </a:extLst>
          </p:cNvPr>
          <p:cNvSpPr txBox="1"/>
          <p:nvPr/>
        </p:nvSpPr>
        <p:spPr>
          <a:xfrm>
            <a:off x="3246120" y="822960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– Exploratory Data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D364C-1735-D716-3822-9437B72C0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03" y="1458097"/>
            <a:ext cx="7294452" cy="48884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534B86-33FC-0D08-4884-3F48B5605DBA}"/>
              </a:ext>
            </a:extLst>
          </p:cNvPr>
          <p:cNvSpPr txBox="1"/>
          <p:nvPr/>
        </p:nvSpPr>
        <p:spPr>
          <a:xfrm>
            <a:off x="8279027" y="2829697"/>
            <a:ext cx="32435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These long texts are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unevenly distributed across medical conditions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introducing the risk that document length may inadvertently encode target-related information.</a:t>
            </a:r>
          </a:p>
        </p:txBody>
      </p:sp>
    </p:spTree>
    <p:extLst>
      <p:ext uri="{BB962C8B-B14F-4D97-AF65-F5344CB8AC3E}">
        <p14:creationId xmlns:p14="http://schemas.microsoft.com/office/powerpoint/2010/main" val="24803992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6001E-8621-7BDB-4F21-D015B251B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B638B3-D8FF-19CF-F2A2-A4BC68CEA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42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641880-363D-9D1D-01E8-036582615E10}"/>
              </a:ext>
            </a:extLst>
          </p:cNvPr>
          <p:cNvSpPr txBox="1"/>
          <p:nvPr/>
        </p:nvSpPr>
        <p:spPr>
          <a:xfrm>
            <a:off x="3353070" y="825851"/>
            <a:ext cx="5630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– Feature Engineering 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722A47-977F-4AB2-EF79-515E7ECEF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117" y="1740193"/>
            <a:ext cx="7437765" cy="42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0902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F18D3-E518-1762-2131-FAB72D37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62700F-8A3D-0BCD-21D9-66E010D4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43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A70071-6F49-65D0-4036-C7B14C8674B2}"/>
              </a:ext>
            </a:extLst>
          </p:cNvPr>
          <p:cNvSpPr txBox="1"/>
          <p:nvPr/>
        </p:nvSpPr>
        <p:spPr>
          <a:xfrm>
            <a:off x="4251513" y="807856"/>
            <a:ext cx="4489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3 - Modeling - 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967575-EC17-510A-DF63-4A85182CFED6}"/>
              </a:ext>
            </a:extLst>
          </p:cNvPr>
          <p:cNvSpPr txBox="1"/>
          <p:nvPr/>
        </p:nvSpPr>
        <p:spPr>
          <a:xfrm>
            <a:off x="7307168" y="2079826"/>
            <a:ext cx="44894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  <a:p>
            <a:pPr algn="just"/>
            <a:endParaRPr lang="en-IN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Model:  Random Forest Classifier</a:t>
            </a:r>
            <a:endParaRPr lang="en-I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Macro F1 → better minority condition performance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Weighted F1 → better overall reliability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to noisy and overlapping features</a:t>
            </a:r>
          </a:p>
          <a:p>
            <a:pPr algn="just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remains a strong baseline but Random Forest is selected for deployment.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8DCE611-6C3F-449E-2995-40C2A782E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16" y="1645463"/>
            <a:ext cx="6523285" cy="48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5075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43212-5353-8D9C-E0BA-CA92E7868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C4A341-90CD-EAF4-AE35-DAF28F2A9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44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68A866-5E8D-D3D8-1CA6-E7ECF4A1B9C9}"/>
              </a:ext>
            </a:extLst>
          </p:cNvPr>
          <p:cNvSpPr txBox="1"/>
          <p:nvPr/>
        </p:nvSpPr>
        <p:spPr>
          <a:xfrm>
            <a:off x="4251513" y="807856"/>
            <a:ext cx="5460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– Prediction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A0AE05-D393-2327-1EC3-0FA0CB1B5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94" y="1581084"/>
            <a:ext cx="6962578" cy="47085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89B507-F080-1FCD-447B-3F89C6A18C03}"/>
              </a:ext>
            </a:extLst>
          </p:cNvPr>
          <p:cNvSpPr txBox="1"/>
          <p:nvPr/>
        </p:nvSpPr>
        <p:spPr>
          <a:xfrm flipH="1">
            <a:off x="7535439" y="2288732"/>
            <a:ext cx="426606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confidence distribution reveals three distinct regions: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confidence (&lt;0.35):</a:t>
            </a:r>
            <a:r>
              <a:rPr lang="en-US" sz="1600" b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Ambiguous or generic side-effect descriptions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Medium confidence (0.35–0.70):</a:t>
            </a:r>
            <a:r>
              <a:rPr lang="en-US" sz="1600" b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Overlapping symptom profiles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confidence (&gt;0.70): </a:t>
            </a:r>
            <a:r>
              <a:rPr lang="en-US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condition-specific signals.</a:t>
            </a:r>
          </a:p>
          <a:p>
            <a:pPr algn="just">
              <a:buNone/>
            </a:pPr>
            <a:endParaRPr lang="en-US" sz="1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validates the need for a 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confidence-aware prediction strategy</a:t>
            </a:r>
            <a:r>
              <a:rPr lang="en-US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forced single-label outputs.</a:t>
            </a:r>
          </a:p>
        </p:txBody>
      </p:sp>
    </p:spTree>
    <p:extLst>
      <p:ext uri="{BB962C8B-B14F-4D97-AF65-F5344CB8AC3E}">
        <p14:creationId xmlns:p14="http://schemas.microsoft.com/office/powerpoint/2010/main" val="42121894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CB497-47BE-2564-0D3C-AE24EEDEB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9AFC3D-BFF8-65E5-C892-4228110F5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849" y="6455624"/>
            <a:ext cx="712151" cy="402376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45</a:t>
            </a:fld>
            <a:endParaRPr lang="en-IN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D59ECC-4BFD-9040-FDAC-038FB98E27C5}"/>
              </a:ext>
            </a:extLst>
          </p:cNvPr>
          <p:cNvSpPr txBox="1"/>
          <p:nvPr/>
        </p:nvSpPr>
        <p:spPr>
          <a:xfrm>
            <a:off x="4251513" y="807856"/>
            <a:ext cx="5460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– Prediction Analysis - Results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55255-AA4C-6CB7-7BD0-994C3F43B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41" y="2109102"/>
            <a:ext cx="10681118" cy="263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66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3420C-636B-733D-5935-BCAF2FE52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016E1-49BD-78EB-6232-7A3D4997E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DCD5C-535C-AB8D-ADCA-DDDADCCBC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59598"/>
            <a:ext cx="10821096" cy="3759290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 combined with Random Forest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strongly for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text classification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pipeline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medical condition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confidence score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note (high / medium / low confidence)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 Top-3 condition suggestions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DBDB0-D967-6F55-0B01-434EB70F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2" y="6492875"/>
            <a:ext cx="1052508" cy="365125"/>
          </a:xfrm>
        </p:spPr>
        <p:txBody>
          <a:bodyPr/>
          <a:lstStyle/>
          <a:p>
            <a:fld id="{CF945BEE-DF82-42E4-8111-459806A65576}" type="slidenum">
              <a:rPr lang="en-IN" sz="1400" smtClean="0"/>
              <a:t>46</a:t>
            </a:fld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14362471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34738E9-4BF5-ED58-8749-6199795B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REFERENCE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F03516-0448-AC99-104C-556AE858A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–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https://github.com/Srinithya1503/UM-Projects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Data Cleaning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https://www.programiz.com/python-programming/pandas/data-cleaning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https://pypi.org/project/streamlit/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Markdown Template - </a:t>
            </a: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https://markdownlivepreview.com/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227BAC-AAC7-ADA5-EEE7-2BEA38DBC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9492" y="6492875"/>
            <a:ext cx="1052508" cy="365125"/>
          </a:xfrm>
        </p:spPr>
        <p:txBody>
          <a:bodyPr/>
          <a:lstStyle/>
          <a:p>
            <a:fld id="{CF945BEE-DF82-42E4-8111-459806A65576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47</a:t>
            </a:fld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99734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1921</TotalTime>
  <Words>1849</Words>
  <Application>Microsoft Office PowerPoint</Application>
  <PresentationFormat>Widescreen</PresentationFormat>
  <Paragraphs>269</Paragraphs>
  <Slides>47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Calibri</vt:lpstr>
      <vt:lpstr>Gill Sans MT</vt:lpstr>
      <vt:lpstr>Times New Roman</vt:lpstr>
      <vt:lpstr>Wingdings 2</vt:lpstr>
      <vt:lpstr>Dividend</vt:lpstr>
      <vt:lpstr>Data science PRACTITIONER PROJECTS</vt:lpstr>
      <vt:lpstr>PowerPoint Presentation</vt:lpstr>
      <vt:lpstr>PROJECTS LIST</vt:lpstr>
      <vt:lpstr>Tools used</vt:lpstr>
      <vt:lpstr>PowerPoint Presentation</vt:lpstr>
      <vt:lpstr>Objectives                                              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Interpretation</vt:lpstr>
      <vt:lpstr>PROJECT - 1</vt:lpstr>
      <vt:lpstr>Objectives                                               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Interpretation</vt:lpstr>
      <vt:lpstr>PROJECT - 1</vt:lpstr>
      <vt:lpstr>Objectives                                               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Interpretation</vt:lpstr>
      <vt:lpstr>PROJECT - 1</vt:lpstr>
      <vt:lpstr>Objectives                                         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Interpretation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Nithya S</dc:creator>
  <cp:lastModifiedBy>Sri Nithya S</cp:lastModifiedBy>
  <cp:revision>10</cp:revision>
  <dcterms:created xsi:type="dcterms:W3CDTF">2026-02-17T07:53:37Z</dcterms:created>
  <dcterms:modified xsi:type="dcterms:W3CDTF">2026-06-23T04:04:22Z</dcterms:modified>
</cp:coreProperties>
</file>